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2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64350" cy="99964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72">
          <p15:clr>
            <a:srgbClr val="A4A3A4"/>
          </p15:clr>
        </p15:guide>
        <p15:guide id="3" orient="horz" pos="912">
          <p15:clr>
            <a:srgbClr val="A4A3A4"/>
          </p15:clr>
        </p15:guide>
        <p15:guide id="4" orient="horz" pos="4032">
          <p15:clr>
            <a:srgbClr val="A4A3A4"/>
          </p15:clr>
        </p15:guide>
        <p15:guide id="5" pos="2880">
          <p15:clr>
            <a:srgbClr val="A4A3A4"/>
          </p15:clr>
        </p15:guide>
        <p15:guide id="6" pos="336">
          <p15:clr>
            <a:srgbClr val="A4A3A4"/>
          </p15:clr>
        </p15:guide>
        <p15:guide id="7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8E"/>
    <a:srgbClr val="190074"/>
    <a:srgbClr val="A50021"/>
    <a:srgbClr val="9966FF"/>
    <a:srgbClr val="6699FF"/>
    <a:srgbClr val="CCFFCC"/>
    <a:srgbClr val="66FFCC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61" autoAdjust="0"/>
  </p:normalViewPr>
  <p:slideViewPr>
    <p:cSldViewPr>
      <p:cViewPr varScale="1">
        <p:scale>
          <a:sx n="104" d="100"/>
          <a:sy n="104" d="100"/>
        </p:scale>
        <p:origin x="1434" y="108"/>
      </p:cViewPr>
      <p:guideLst>
        <p:guide orient="horz" pos="2160"/>
        <p:guide orient="horz" pos="672"/>
        <p:guide orient="horz" pos="912"/>
        <p:guide orient="horz" pos="4032"/>
        <p:guide pos="2880"/>
        <p:guide pos="336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E3D1A-7C59-4CCD-AE12-88254348A9EF}" type="doc">
      <dgm:prSet loTypeId="urn:microsoft.com/office/officeart/2005/8/layout/vList4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EE3906-B228-4D54-B89A-A14FE159F0FD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>
            <a:lnSpc>
              <a:spcPct val="100000"/>
            </a:lnSpc>
          </a:pPr>
          <a:r>
            <a:rPr lang="en-US" altLang="ko-KR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허물없는 수평적 관계나 분위기의 간담회를 통해 훈련생의 고충 발견</a:t>
          </a:r>
          <a:r>
            <a:rPr lang="en-US" altLang="ko-KR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latinLnBrk="1">
            <a:lnSpc>
              <a:spcPct val="100000"/>
            </a:lnSpc>
          </a:pPr>
          <a:r>
            <a:rPr lang="en-US" altLang="ko-KR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고충은 잠재적</a:t>
          </a:r>
          <a:r>
            <a:rPr lang="en-US" altLang="ko-KR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내재적 성격이 강하므로 이런 모임을 통해 고충을 외부로 발산함</a:t>
          </a:r>
          <a:r>
            <a:rPr lang="en-US" altLang="ko-KR" sz="12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b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80281CFD-35F2-4F35-93FE-9945F277E9AA}" type="parTrans" cxnId="{CCA27CFC-EF50-49DD-8BA5-AEF8579096C8}">
      <dgm:prSet/>
      <dgm:spPr/>
      <dgm:t>
        <a:bodyPr/>
        <a:lstStyle/>
        <a:p>
          <a:pPr latinLnBrk="1"/>
          <a:endParaRPr lang="ko-KR" altLang="en-US"/>
        </a:p>
      </dgm:t>
    </dgm:pt>
    <dgm:pt modelId="{28076BA2-A117-43F0-9D5C-000958830C68}" type="sibTrans" cxnId="{CCA27CFC-EF50-49DD-8BA5-AEF8579096C8}">
      <dgm:prSet/>
      <dgm:spPr/>
      <dgm:t>
        <a:bodyPr/>
        <a:lstStyle/>
        <a:p>
          <a:pPr latinLnBrk="1"/>
          <a:endParaRPr lang="ko-KR" altLang="en-US"/>
        </a:p>
      </dgm:t>
    </dgm:pt>
    <dgm:pt modelId="{13715B9F-E876-4A19-A37F-A6F8BBE8DC73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훈련생 개인이 느끼는 주관적 애로사항을 찾아내는 데 있어 유용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상담전담을 두어 활용하거나 고충처리위원을 활용할 수 있음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4378AADF-311E-4911-81C4-0ED8EE6F4BFC}" type="parTrans" cxnId="{6355FCE2-293A-41C7-BFE9-0277F3FAA990}">
      <dgm:prSet/>
      <dgm:spPr/>
      <dgm:t>
        <a:bodyPr/>
        <a:lstStyle/>
        <a:p>
          <a:pPr latinLnBrk="1"/>
          <a:endParaRPr lang="ko-KR" altLang="en-US"/>
        </a:p>
      </dgm:t>
    </dgm:pt>
    <dgm:pt modelId="{9746D753-AFD8-4B58-9FBE-B13BED35CE58}" type="sibTrans" cxnId="{6355FCE2-293A-41C7-BFE9-0277F3FAA990}">
      <dgm:prSet/>
      <dgm:spPr/>
      <dgm:t>
        <a:bodyPr/>
        <a:lstStyle/>
        <a:p>
          <a:pPr latinLnBrk="1"/>
          <a:endParaRPr lang="ko-KR" altLang="en-US"/>
        </a:p>
      </dgm:t>
    </dgm:pt>
    <dgm:pt modelId="{4CA277E7-5ABD-43D4-A2F8-D7B8E22A3027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소극적으로 훈련생의 고충을 기다리기 보다 고충을 훈련교사가 직접 찾는 행동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관리자가 고충을 적극적으로 찾아내는 행동이 훈련생의고충해결의 실마리가 됨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A43AA702-D335-47C9-91BE-86EA29017CDF}" type="parTrans" cxnId="{3F2929F4-879A-418B-A260-322017671CF3}">
      <dgm:prSet/>
      <dgm:spPr/>
      <dgm:t>
        <a:bodyPr/>
        <a:lstStyle/>
        <a:p>
          <a:pPr latinLnBrk="1"/>
          <a:endParaRPr lang="ko-KR" altLang="en-US"/>
        </a:p>
      </dgm:t>
    </dgm:pt>
    <dgm:pt modelId="{8988D4FA-F108-423D-876B-C3278533DFB1}" type="sibTrans" cxnId="{3F2929F4-879A-418B-A260-322017671CF3}">
      <dgm:prSet/>
      <dgm:spPr/>
      <dgm:t>
        <a:bodyPr/>
        <a:lstStyle/>
        <a:p>
          <a:pPr latinLnBrk="1"/>
          <a:endParaRPr lang="ko-KR" altLang="en-US"/>
        </a:p>
      </dgm:t>
    </dgm:pt>
    <dgm:pt modelId="{48CD5FBB-1BA3-4EF5-A63F-DA1958DBB7BB}">
      <dgm:prSet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대면적 접촉을 꺼리는 성격의 애로사항이 있는 경우 서면을 통한 고충 발견 효과적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latinLnBrk="1"/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익명성은 보장되지만 표현상의 한계 및 생리적으로 기피하는 경향 있음</a:t>
          </a:r>
          <a:r>
            <a:rPr lang="en-US" altLang="ko-KR" sz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412D81DF-3109-4394-94CB-94C68F39045D}" type="parTrans" cxnId="{FC009849-B966-45BC-8637-923C795C3F24}">
      <dgm:prSet/>
      <dgm:spPr/>
      <dgm:t>
        <a:bodyPr/>
        <a:lstStyle/>
        <a:p>
          <a:pPr latinLnBrk="1"/>
          <a:endParaRPr lang="ko-KR" altLang="en-US"/>
        </a:p>
      </dgm:t>
    </dgm:pt>
    <dgm:pt modelId="{50567C45-8AEA-4DF7-8552-5BA797F1E0C3}" type="sibTrans" cxnId="{FC009849-B966-45BC-8637-923C795C3F24}">
      <dgm:prSet/>
      <dgm:spPr/>
      <dgm:t>
        <a:bodyPr/>
        <a:lstStyle/>
        <a:p>
          <a:pPr latinLnBrk="1"/>
          <a:endParaRPr lang="ko-KR" altLang="en-US"/>
        </a:p>
      </dgm:t>
    </dgm:pt>
    <dgm:pt modelId="{5B229753-83C6-4958-A0C9-C145BCA4878E}" type="pres">
      <dgm:prSet presAssocID="{0F4E3D1A-7C59-4CCD-AE12-88254348A9EF}" presName="linear" presStyleCnt="0">
        <dgm:presLayoutVars>
          <dgm:dir/>
          <dgm:resizeHandles val="exact"/>
        </dgm:presLayoutVars>
      </dgm:prSet>
      <dgm:spPr/>
    </dgm:pt>
    <dgm:pt modelId="{2E600658-8871-4389-94C3-5A7807176E83}" type="pres">
      <dgm:prSet presAssocID="{E8EE3906-B228-4D54-B89A-A14FE159F0FD}" presName="comp" presStyleCnt="0"/>
      <dgm:spPr/>
    </dgm:pt>
    <dgm:pt modelId="{69CD1BA4-7ACE-4529-9F62-1ED6DC8E47CB}" type="pres">
      <dgm:prSet presAssocID="{E8EE3906-B228-4D54-B89A-A14FE159F0FD}" presName="box" presStyleLbl="node1" presStyleIdx="0" presStyleCnt="4"/>
      <dgm:spPr/>
    </dgm:pt>
    <dgm:pt modelId="{2D3D527F-E20E-4F3F-AED7-563E2A3AAE60}" type="pres">
      <dgm:prSet presAssocID="{E8EE3906-B228-4D54-B89A-A14FE159F0FD}" presName="img" presStyleLbl="fgImgPlace1" presStyleIdx="0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1F17DE1E-7E4A-40CE-98F8-99BB36AF301F}" type="pres">
      <dgm:prSet presAssocID="{E8EE3906-B228-4D54-B89A-A14FE159F0FD}" presName="text" presStyleLbl="node1" presStyleIdx="0" presStyleCnt="4">
        <dgm:presLayoutVars>
          <dgm:bulletEnabled val="1"/>
        </dgm:presLayoutVars>
      </dgm:prSet>
      <dgm:spPr/>
    </dgm:pt>
    <dgm:pt modelId="{1D80DC60-93B4-4FF1-B570-24A6AD957F70}" type="pres">
      <dgm:prSet presAssocID="{28076BA2-A117-43F0-9D5C-000958830C68}" presName="spacer" presStyleCnt="0"/>
      <dgm:spPr/>
    </dgm:pt>
    <dgm:pt modelId="{07FE538A-2A36-4CF6-B1E6-0B25BA225F7F}" type="pres">
      <dgm:prSet presAssocID="{13715B9F-E876-4A19-A37F-A6F8BBE8DC73}" presName="comp" presStyleCnt="0"/>
      <dgm:spPr/>
    </dgm:pt>
    <dgm:pt modelId="{3CA466FA-9979-40CD-9A45-1BEAA3E16481}" type="pres">
      <dgm:prSet presAssocID="{13715B9F-E876-4A19-A37F-A6F8BBE8DC73}" presName="box" presStyleLbl="node1" presStyleIdx="1" presStyleCnt="4"/>
      <dgm:spPr/>
    </dgm:pt>
    <dgm:pt modelId="{CF425C11-3879-4144-A68C-4B1A1C5B5E03}" type="pres">
      <dgm:prSet presAssocID="{13715B9F-E876-4A19-A37F-A6F8BBE8DC73}" presName="img" presStyleLbl="fgImgPlace1" presStyleIdx="1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3E8C8285-BFC3-4E67-A0BE-218D215B644B}" type="pres">
      <dgm:prSet presAssocID="{13715B9F-E876-4A19-A37F-A6F8BBE8DC73}" presName="text" presStyleLbl="node1" presStyleIdx="1" presStyleCnt="4">
        <dgm:presLayoutVars>
          <dgm:bulletEnabled val="1"/>
        </dgm:presLayoutVars>
      </dgm:prSet>
      <dgm:spPr/>
    </dgm:pt>
    <dgm:pt modelId="{6B0B3A20-9DDE-4D91-8A2F-2ADDD7C8D107}" type="pres">
      <dgm:prSet presAssocID="{9746D753-AFD8-4B58-9FBE-B13BED35CE58}" presName="spacer" presStyleCnt="0"/>
      <dgm:spPr/>
    </dgm:pt>
    <dgm:pt modelId="{6216D107-2C53-4A28-A87D-E8F5EC0B7868}" type="pres">
      <dgm:prSet presAssocID="{48CD5FBB-1BA3-4EF5-A63F-DA1958DBB7BB}" presName="comp" presStyleCnt="0"/>
      <dgm:spPr/>
    </dgm:pt>
    <dgm:pt modelId="{270A86E0-5734-43FB-A0C4-BC259DA5E0C7}" type="pres">
      <dgm:prSet presAssocID="{48CD5FBB-1BA3-4EF5-A63F-DA1958DBB7BB}" presName="box" presStyleLbl="node1" presStyleIdx="2" presStyleCnt="4"/>
      <dgm:spPr/>
    </dgm:pt>
    <dgm:pt modelId="{3B06FE61-6F55-4D72-BF0E-99D7EC990829}" type="pres">
      <dgm:prSet presAssocID="{48CD5FBB-1BA3-4EF5-A63F-DA1958DBB7BB}" presName="img" presStyleLbl="fgImgPlace1" presStyleIdx="2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410D1C2D-6D70-443D-8F02-E34874F71550}" type="pres">
      <dgm:prSet presAssocID="{48CD5FBB-1BA3-4EF5-A63F-DA1958DBB7BB}" presName="text" presStyleLbl="node1" presStyleIdx="2" presStyleCnt="4">
        <dgm:presLayoutVars>
          <dgm:bulletEnabled val="1"/>
        </dgm:presLayoutVars>
      </dgm:prSet>
      <dgm:spPr/>
    </dgm:pt>
    <dgm:pt modelId="{3D12E67C-2A67-4CFD-9ECE-4A779E5EA161}" type="pres">
      <dgm:prSet presAssocID="{50567C45-8AEA-4DF7-8552-5BA797F1E0C3}" presName="spacer" presStyleCnt="0"/>
      <dgm:spPr/>
    </dgm:pt>
    <dgm:pt modelId="{40D0D3D1-7082-44A3-B796-8082A16F899B}" type="pres">
      <dgm:prSet presAssocID="{4CA277E7-5ABD-43D4-A2F8-D7B8E22A3027}" presName="comp" presStyleCnt="0"/>
      <dgm:spPr/>
    </dgm:pt>
    <dgm:pt modelId="{BF308EB8-F2FD-4CC3-ACD0-302AE1B1FD84}" type="pres">
      <dgm:prSet presAssocID="{4CA277E7-5ABD-43D4-A2F8-D7B8E22A3027}" presName="box" presStyleLbl="node1" presStyleIdx="3" presStyleCnt="4" custLinFactY="35138" custLinFactNeighborX="-3448" custLinFactNeighborY="100000"/>
      <dgm:spPr/>
    </dgm:pt>
    <dgm:pt modelId="{FB5A88C7-CD74-4E32-90E4-ED06662CF464}" type="pres">
      <dgm:prSet presAssocID="{4CA277E7-5ABD-43D4-A2F8-D7B8E22A3027}" presName="img" presStyleLbl="fgImgPlace1" presStyleIdx="3" presStyleCnt="4"/>
      <dgm:spPr>
        <a:solidFill>
          <a:schemeClr val="bg1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</dgm:pt>
    <dgm:pt modelId="{72124368-1679-442F-9D28-134C50078B47}" type="pres">
      <dgm:prSet presAssocID="{4CA277E7-5ABD-43D4-A2F8-D7B8E22A3027}" presName="text" presStyleLbl="node1" presStyleIdx="3" presStyleCnt="4">
        <dgm:presLayoutVars>
          <dgm:bulletEnabled val="1"/>
        </dgm:presLayoutVars>
      </dgm:prSet>
      <dgm:spPr/>
    </dgm:pt>
  </dgm:ptLst>
  <dgm:cxnLst>
    <dgm:cxn modelId="{FA9E222D-E674-45AA-B80A-A2C946658E54}" type="presOf" srcId="{4CA277E7-5ABD-43D4-A2F8-D7B8E22A3027}" destId="{72124368-1679-442F-9D28-134C50078B47}" srcOrd="1" destOrd="0" presId="urn:microsoft.com/office/officeart/2005/8/layout/vList4#1"/>
    <dgm:cxn modelId="{890F9A3E-7963-4B7B-A7E1-CF0338B76673}" type="presOf" srcId="{48CD5FBB-1BA3-4EF5-A63F-DA1958DBB7BB}" destId="{270A86E0-5734-43FB-A0C4-BC259DA5E0C7}" srcOrd="0" destOrd="0" presId="urn:microsoft.com/office/officeart/2005/8/layout/vList4#1"/>
    <dgm:cxn modelId="{FC009849-B966-45BC-8637-923C795C3F24}" srcId="{0F4E3D1A-7C59-4CCD-AE12-88254348A9EF}" destId="{48CD5FBB-1BA3-4EF5-A63F-DA1958DBB7BB}" srcOrd="2" destOrd="0" parTransId="{412D81DF-3109-4394-94CB-94C68F39045D}" sibTransId="{50567C45-8AEA-4DF7-8552-5BA797F1E0C3}"/>
    <dgm:cxn modelId="{8146136D-D017-4FCF-8BE4-CF8429AC9FCA}" type="presOf" srcId="{E8EE3906-B228-4D54-B89A-A14FE159F0FD}" destId="{1F17DE1E-7E4A-40CE-98F8-99BB36AF301F}" srcOrd="1" destOrd="0" presId="urn:microsoft.com/office/officeart/2005/8/layout/vList4#1"/>
    <dgm:cxn modelId="{18AE7E54-DA05-4A78-8148-17D6007B124A}" type="presOf" srcId="{4CA277E7-5ABD-43D4-A2F8-D7B8E22A3027}" destId="{BF308EB8-F2FD-4CC3-ACD0-302AE1B1FD84}" srcOrd="0" destOrd="0" presId="urn:microsoft.com/office/officeart/2005/8/layout/vList4#1"/>
    <dgm:cxn modelId="{814B5796-B8A4-48C6-A6BE-098B6A162057}" type="presOf" srcId="{13715B9F-E876-4A19-A37F-A6F8BBE8DC73}" destId="{3E8C8285-BFC3-4E67-A0BE-218D215B644B}" srcOrd="1" destOrd="0" presId="urn:microsoft.com/office/officeart/2005/8/layout/vList4#1"/>
    <dgm:cxn modelId="{23F483A2-A7DD-4249-9543-67D24B5B9AC4}" type="presOf" srcId="{E8EE3906-B228-4D54-B89A-A14FE159F0FD}" destId="{69CD1BA4-7ACE-4529-9F62-1ED6DC8E47CB}" srcOrd="0" destOrd="0" presId="urn:microsoft.com/office/officeart/2005/8/layout/vList4#1"/>
    <dgm:cxn modelId="{F3201FB9-2BEC-478B-977F-4CB45A484E5C}" type="presOf" srcId="{0F4E3D1A-7C59-4CCD-AE12-88254348A9EF}" destId="{5B229753-83C6-4958-A0C9-C145BCA4878E}" srcOrd="0" destOrd="0" presId="urn:microsoft.com/office/officeart/2005/8/layout/vList4#1"/>
    <dgm:cxn modelId="{D2583ECF-0D58-4C61-99AE-8160427036FE}" type="presOf" srcId="{13715B9F-E876-4A19-A37F-A6F8BBE8DC73}" destId="{3CA466FA-9979-40CD-9A45-1BEAA3E16481}" srcOrd="0" destOrd="0" presId="urn:microsoft.com/office/officeart/2005/8/layout/vList4#1"/>
    <dgm:cxn modelId="{C5F08CDC-3AA2-4097-B4D3-D67F8F97429E}" type="presOf" srcId="{48CD5FBB-1BA3-4EF5-A63F-DA1958DBB7BB}" destId="{410D1C2D-6D70-443D-8F02-E34874F71550}" srcOrd="1" destOrd="0" presId="urn:microsoft.com/office/officeart/2005/8/layout/vList4#1"/>
    <dgm:cxn modelId="{6355FCE2-293A-41C7-BFE9-0277F3FAA990}" srcId="{0F4E3D1A-7C59-4CCD-AE12-88254348A9EF}" destId="{13715B9F-E876-4A19-A37F-A6F8BBE8DC73}" srcOrd="1" destOrd="0" parTransId="{4378AADF-311E-4911-81C4-0ED8EE6F4BFC}" sibTransId="{9746D753-AFD8-4B58-9FBE-B13BED35CE58}"/>
    <dgm:cxn modelId="{3F2929F4-879A-418B-A260-322017671CF3}" srcId="{0F4E3D1A-7C59-4CCD-AE12-88254348A9EF}" destId="{4CA277E7-5ABD-43D4-A2F8-D7B8E22A3027}" srcOrd="3" destOrd="0" parTransId="{A43AA702-D335-47C9-91BE-86EA29017CDF}" sibTransId="{8988D4FA-F108-423D-876B-C3278533DFB1}"/>
    <dgm:cxn modelId="{CCA27CFC-EF50-49DD-8BA5-AEF8579096C8}" srcId="{0F4E3D1A-7C59-4CCD-AE12-88254348A9EF}" destId="{E8EE3906-B228-4D54-B89A-A14FE159F0FD}" srcOrd="0" destOrd="0" parTransId="{80281CFD-35F2-4F35-93FE-9945F277E9AA}" sibTransId="{28076BA2-A117-43F0-9D5C-000958830C68}"/>
    <dgm:cxn modelId="{EC7599CF-C929-4D9B-8DC4-474357F1C15E}" type="presParOf" srcId="{5B229753-83C6-4958-A0C9-C145BCA4878E}" destId="{2E600658-8871-4389-94C3-5A7807176E83}" srcOrd="0" destOrd="0" presId="urn:microsoft.com/office/officeart/2005/8/layout/vList4#1"/>
    <dgm:cxn modelId="{34B35864-B993-4D04-B53C-BF8E28B48992}" type="presParOf" srcId="{2E600658-8871-4389-94C3-5A7807176E83}" destId="{69CD1BA4-7ACE-4529-9F62-1ED6DC8E47CB}" srcOrd="0" destOrd="0" presId="urn:microsoft.com/office/officeart/2005/8/layout/vList4#1"/>
    <dgm:cxn modelId="{1C791D13-5106-4173-A542-8FBEB30B3945}" type="presParOf" srcId="{2E600658-8871-4389-94C3-5A7807176E83}" destId="{2D3D527F-E20E-4F3F-AED7-563E2A3AAE60}" srcOrd="1" destOrd="0" presId="urn:microsoft.com/office/officeart/2005/8/layout/vList4#1"/>
    <dgm:cxn modelId="{8703B48B-DE36-47D6-84F7-B5152668B63A}" type="presParOf" srcId="{2E600658-8871-4389-94C3-5A7807176E83}" destId="{1F17DE1E-7E4A-40CE-98F8-99BB36AF301F}" srcOrd="2" destOrd="0" presId="urn:microsoft.com/office/officeart/2005/8/layout/vList4#1"/>
    <dgm:cxn modelId="{5EE7A2C1-E7C4-4501-B512-4ABA3D2DF6D8}" type="presParOf" srcId="{5B229753-83C6-4958-A0C9-C145BCA4878E}" destId="{1D80DC60-93B4-4FF1-B570-24A6AD957F70}" srcOrd="1" destOrd="0" presId="urn:microsoft.com/office/officeart/2005/8/layout/vList4#1"/>
    <dgm:cxn modelId="{FFBC8F43-9828-4836-ACC4-F6996DAD02B6}" type="presParOf" srcId="{5B229753-83C6-4958-A0C9-C145BCA4878E}" destId="{07FE538A-2A36-4CF6-B1E6-0B25BA225F7F}" srcOrd="2" destOrd="0" presId="urn:microsoft.com/office/officeart/2005/8/layout/vList4#1"/>
    <dgm:cxn modelId="{2B3C1CAA-C54D-480F-A8DF-38495AFC4AEB}" type="presParOf" srcId="{07FE538A-2A36-4CF6-B1E6-0B25BA225F7F}" destId="{3CA466FA-9979-40CD-9A45-1BEAA3E16481}" srcOrd="0" destOrd="0" presId="urn:microsoft.com/office/officeart/2005/8/layout/vList4#1"/>
    <dgm:cxn modelId="{BE4BEB1F-6B13-4E21-AF6B-48B372FBD9DD}" type="presParOf" srcId="{07FE538A-2A36-4CF6-B1E6-0B25BA225F7F}" destId="{CF425C11-3879-4144-A68C-4B1A1C5B5E03}" srcOrd="1" destOrd="0" presId="urn:microsoft.com/office/officeart/2005/8/layout/vList4#1"/>
    <dgm:cxn modelId="{7CEB36C4-3711-4B07-A1F9-58F3A8AF6241}" type="presParOf" srcId="{07FE538A-2A36-4CF6-B1E6-0B25BA225F7F}" destId="{3E8C8285-BFC3-4E67-A0BE-218D215B644B}" srcOrd="2" destOrd="0" presId="urn:microsoft.com/office/officeart/2005/8/layout/vList4#1"/>
    <dgm:cxn modelId="{90B184C2-A5D1-4630-90D5-0E6636C259CC}" type="presParOf" srcId="{5B229753-83C6-4958-A0C9-C145BCA4878E}" destId="{6B0B3A20-9DDE-4D91-8A2F-2ADDD7C8D107}" srcOrd="3" destOrd="0" presId="urn:microsoft.com/office/officeart/2005/8/layout/vList4#1"/>
    <dgm:cxn modelId="{D9FF0808-8895-4475-AA3F-C41E8B9962E8}" type="presParOf" srcId="{5B229753-83C6-4958-A0C9-C145BCA4878E}" destId="{6216D107-2C53-4A28-A87D-E8F5EC0B7868}" srcOrd="4" destOrd="0" presId="urn:microsoft.com/office/officeart/2005/8/layout/vList4#1"/>
    <dgm:cxn modelId="{5C7A7DA2-C909-4541-9F21-2F6B7CD3DE0E}" type="presParOf" srcId="{6216D107-2C53-4A28-A87D-E8F5EC0B7868}" destId="{270A86E0-5734-43FB-A0C4-BC259DA5E0C7}" srcOrd="0" destOrd="0" presId="urn:microsoft.com/office/officeart/2005/8/layout/vList4#1"/>
    <dgm:cxn modelId="{440622B7-8057-4770-99CD-EF140EFB2DBE}" type="presParOf" srcId="{6216D107-2C53-4A28-A87D-E8F5EC0B7868}" destId="{3B06FE61-6F55-4D72-BF0E-99D7EC990829}" srcOrd="1" destOrd="0" presId="urn:microsoft.com/office/officeart/2005/8/layout/vList4#1"/>
    <dgm:cxn modelId="{46E3A426-4F59-4C58-9D46-418C39CFF279}" type="presParOf" srcId="{6216D107-2C53-4A28-A87D-E8F5EC0B7868}" destId="{410D1C2D-6D70-443D-8F02-E34874F71550}" srcOrd="2" destOrd="0" presId="urn:microsoft.com/office/officeart/2005/8/layout/vList4#1"/>
    <dgm:cxn modelId="{D87D23F5-BC2A-4E0A-B04E-C6AED1D2A05F}" type="presParOf" srcId="{5B229753-83C6-4958-A0C9-C145BCA4878E}" destId="{3D12E67C-2A67-4CFD-9ECE-4A779E5EA161}" srcOrd="5" destOrd="0" presId="urn:microsoft.com/office/officeart/2005/8/layout/vList4#1"/>
    <dgm:cxn modelId="{13B53C51-872F-43FD-BAA0-B37DBF098397}" type="presParOf" srcId="{5B229753-83C6-4958-A0C9-C145BCA4878E}" destId="{40D0D3D1-7082-44A3-B796-8082A16F899B}" srcOrd="6" destOrd="0" presId="urn:microsoft.com/office/officeart/2005/8/layout/vList4#1"/>
    <dgm:cxn modelId="{0719EC09-B2B6-46AF-9595-B05A6587F29C}" type="presParOf" srcId="{40D0D3D1-7082-44A3-B796-8082A16F899B}" destId="{BF308EB8-F2FD-4CC3-ACD0-302AE1B1FD84}" srcOrd="0" destOrd="0" presId="urn:microsoft.com/office/officeart/2005/8/layout/vList4#1"/>
    <dgm:cxn modelId="{A2543017-07E5-4E7F-ACCD-1FE23E232E45}" type="presParOf" srcId="{40D0D3D1-7082-44A3-B796-8082A16F899B}" destId="{FB5A88C7-CD74-4E32-90E4-ED06662CF464}" srcOrd="1" destOrd="0" presId="urn:microsoft.com/office/officeart/2005/8/layout/vList4#1"/>
    <dgm:cxn modelId="{AF41CF10-4EA5-403D-ACB0-167128786FCA}" type="presParOf" srcId="{40D0D3D1-7082-44A3-B796-8082A16F899B}" destId="{72124368-1679-442F-9D28-134C50078B47}" srcOrd="2" destOrd="0" presId="urn:microsoft.com/office/officeart/2005/8/layout/vList4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EE84B6-FE90-4626-BFC8-34B693A8BD8E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</dgm:pt>
    <dgm:pt modelId="{C3227823-E8F8-4FB0-89EC-06197D87163B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본인 자신이 문제를 인식하고 이를 도와 줄 만한 사람을 찾아 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  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의논하면서 발견</a:t>
          </a:r>
        </a:p>
      </dgm:t>
    </dgm:pt>
    <dgm:pt modelId="{87E091C3-123B-4CF6-8776-94CFB1B67919}" type="parTrans" cxnId="{0A89A6BD-3985-4F2C-BC40-83406D7E34A4}">
      <dgm:prSet/>
      <dgm:spPr/>
      <dgm:t>
        <a:bodyPr/>
        <a:lstStyle/>
        <a:p>
          <a:pPr latinLnBrk="1"/>
          <a:endParaRPr lang="ko-KR" altLang="en-US"/>
        </a:p>
      </dgm:t>
    </dgm:pt>
    <dgm:pt modelId="{6059A9F5-FE39-4EBC-957A-7F345CF73419}" type="sibTrans" cxnId="{0A89A6BD-3985-4F2C-BC40-83406D7E34A4}">
      <dgm:prSet/>
      <dgm:spPr/>
      <dgm:t>
        <a:bodyPr/>
        <a:lstStyle/>
        <a:p>
          <a:pPr latinLnBrk="1"/>
          <a:endParaRPr lang="ko-KR" altLang="en-US"/>
        </a:p>
      </dgm:t>
    </dgm:pt>
    <dgm:pt modelId="{31E5D4E1-8363-4663-9236-CA40BE5D56F4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자신의 문제를 인식하지 않고 자신의 갈등을 해결하기 위한 방법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건전한 건의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제언 또는 요구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포기표명 등으로 나타남</a:t>
          </a:r>
        </a:p>
      </dgm:t>
    </dgm:pt>
    <dgm:pt modelId="{E67B1FA9-E12E-4E26-B3C8-8E477484EBC7}" type="parTrans" cxnId="{98ABA9FA-15B8-452A-8FC3-F4D0FD297F89}">
      <dgm:prSet/>
      <dgm:spPr/>
      <dgm:t>
        <a:bodyPr/>
        <a:lstStyle/>
        <a:p>
          <a:pPr latinLnBrk="1"/>
          <a:endParaRPr lang="ko-KR" altLang="en-US"/>
        </a:p>
      </dgm:t>
    </dgm:pt>
    <dgm:pt modelId="{D6471509-669A-4DBD-A637-0A4FBB20323F}" type="sibTrans" cxnId="{98ABA9FA-15B8-452A-8FC3-F4D0FD297F89}">
      <dgm:prSet/>
      <dgm:spPr/>
      <dgm:t>
        <a:bodyPr/>
        <a:lstStyle/>
        <a:p>
          <a:pPr latinLnBrk="1"/>
          <a:endParaRPr lang="ko-KR" altLang="en-US"/>
        </a:p>
      </dgm:t>
    </dgm:pt>
    <dgm:pt modelId="{E542F439-C951-414E-99DA-9F3301C1A834}">
      <dgm:prSet phldrT="[텍스트]"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작은 일을 확대해석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혼자만의 생각을 사실로 몰입하는 경우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원인이 분명치 않은 경우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현실감각이 결여된 경우</a:t>
          </a:r>
        </a:p>
      </dgm:t>
    </dgm:pt>
    <dgm:pt modelId="{2584FB53-2BA9-464A-B7EC-BA879BE50C45}" type="parTrans" cxnId="{93432FBB-16AD-49C5-ABBA-86A7D88BC597}">
      <dgm:prSet/>
      <dgm:spPr/>
      <dgm:t>
        <a:bodyPr/>
        <a:lstStyle/>
        <a:p>
          <a:pPr latinLnBrk="1"/>
          <a:endParaRPr lang="ko-KR" altLang="en-US"/>
        </a:p>
      </dgm:t>
    </dgm:pt>
    <dgm:pt modelId="{091079E9-FE26-4912-B4A0-78122E6B0AD9}" type="sibTrans" cxnId="{93432FBB-16AD-49C5-ABBA-86A7D88BC597}">
      <dgm:prSet/>
      <dgm:spPr/>
      <dgm:t>
        <a:bodyPr/>
        <a:lstStyle/>
        <a:p>
          <a:pPr latinLnBrk="1"/>
          <a:endParaRPr lang="ko-KR" altLang="en-US"/>
        </a:p>
      </dgm:t>
    </dgm:pt>
    <dgm:pt modelId="{31E530A1-137F-4418-834A-1ACCEF018EFC}">
      <dgm:prSet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 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본인 스스로가 매우 방어적이어서 전혀 문제를 느끼지 못하는 경우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요즘 괜찮아요</a:t>
          </a:r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?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등의 부드러운 관심표명에 상대방이 찾아올 수 있음</a:t>
          </a:r>
        </a:p>
      </dgm:t>
    </dgm:pt>
    <dgm:pt modelId="{842322C9-54FA-4B94-AF6D-3DECF89A1260}" type="parTrans" cxnId="{4EB1F8CE-9D4D-4C86-9889-C9274FF73AD9}">
      <dgm:prSet/>
      <dgm:spPr/>
      <dgm:t>
        <a:bodyPr/>
        <a:lstStyle/>
        <a:p>
          <a:pPr latinLnBrk="1"/>
          <a:endParaRPr lang="ko-KR" altLang="en-US"/>
        </a:p>
      </dgm:t>
    </dgm:pt>
    <dgm:pt modelId="{738F1047-B08C-4D1D-A190-641BA27427B0}" type="sibTrans" cxnId="{4EB1F8CE-9D4D-4C86-9889-C9274FF73AD9}">
      <dgm:prSet/>
      <dgm:spPr/>
      <dgm:t>
        <a:bodyPr/>
        <a:lstStyle/>
        <a:p>
          <a:pPr latinLnBrk="1"/>
          <a:endParaRPr lang="ko-KR" altLang="en-US"/>
        </a:p>
      </dgm:t>
    </dgm:pt>
    <dgm:pt modelId="{6F36B26A-E9F6-4AF5-9D06-3FDD56F57B26}">
      <dgm:prSet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본인이 매우 고통을 겪으면서도 표면적으로 거의 나타내지 않는 경우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혼자 방황하고 속으로만 갈등과 고민에 빠진 경우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</dgm:t>
    </dgm:pt>
    <dgm:pt modelId="{61536FA4-7B25-4A30-BB81-7F13A3BC0C56}" type="parTrans" cxnId="{40AF9885-10D3-40D7-A1D8-EEBEEF818CCF}">
      <dgm:prSet/>
      <dgm:spPr/>
      <dgm:t>
        <a:bodyPr/>
        <a:lstStyle/>
        <a:p>
          <a:pPr latinLnBrk="1"/>
          <a:endParaRPr lang="ko-KR" altLang="en-US"/>
        </a:p>
      </dgm:t>
    </dgm:pt>
    <dgm:pt modelId="{5D835FE1-529A-427C-8E5E-A407C5EDA16C}" type="sibTrans" cxnId="{40AF9885-10D3-40D7-A1D8-EEBEEF818CCF}">
      <dgm:prSet/>
      <dgm:spPr/>
      <dgm:t>
        <a:bodyPr/>
        <a:lstStyle/>
        <a:p>
          <a:pPr latinLnBrk="1"/>
          <a:endParaRPr lang="ko-KR" altLang="en-US"/>
        </a:p>
      </dgm:t>
    </dgm:pt>
    <dgm:pt modelId="{A7BF2B35-FFAF-4CF3-8091-A2BCEF72A28E}">
      <dgm:prSet custT="1"/>
      <dgm:spPr>
        <a:solidFill>
          <a:srgbClr val="0070C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본인이 문제의 원인을 알고 있으면서도 회피하는 데 익숙해진 경우</a:t>
          </a:r>
          <a:endParaRPr lang="en-US" altLang="ko-KR" sz="1200" dirty="0">
            <a:latin typeface="HY헤드라인M" pitchFamily="18" charset="-127"/>
            <a:ea typeface="HY헤드라인M" pitchFamily="18" charset="-127"/>
          </a:endParaRPr>
        </a:p>
        <a:p>
          <a:pPr algn="just" latinLnBrk="1"/>
          <a:r>
            <a:rPr lang="en-US" altLang="ko-KR" sz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그 </a:t>
          </a:r>
          <a:r>
            <a:rPr lang="ko-KR" altLang="en-US" sz="1200" dirty="0" err="1">
              <a:latin typeface="HY헤드라인M" pitchFamily="18" charset="-127"/>
              <a:ea typeface="HY헤드라인M" pitchFamily="18" charset="-127"/>
            </a:rPr>
            <a:t>자신안에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 가지고 있는 </a:t>
          </a:r>
          <a:r>
            <a:rPr lang="ko-KR" altLang="en-US" sz="1200" dirty="0" err="1">
              <a:latin typeface="HY헤드라인M" pitchFamily="18" charset="-127"/>
              <a:ea typeface="HY헤드라인M" pitchFamily="18" charset="-127"/>
            </a:rPr>
            <a:t>해소되지않은</a:t>
          </a:r>
          <a:r>
            <a:rPr lang="ko-KR" altLang="en-US" sz="1200" dirty="0">
              <a:latin typeface="HY헤드라인M" pitchFamily="18" charset="-127"/>
              <a:ea typeface="HY헤드라인M" pitchFamily="18" charset="-127"/>
            </a:rPr>
            <a:t> 갈등을 이미 가지고 있는 경우</a:t>
          </a:r>
        </a:p>
      </dgm:t>
    </dgm:pt>
    <dgm:pt modelId="{848B9E6A-21DA-42BF-A1A0-9F72EBEC9AF3}" type="parTrans" cxnId="{E69AFB6E-94EA-45D7-924F-21394DA1BB1B}">
      <dgm:prSet/>
      <dgm:spPr/>
      <dgm:t>
        <a:bodyPr/>
        <a:lstStyle/>
        <a:p>
          <a:pPr latinLnBrk="1"/>
          <a:endParaRPr lang="ko-KR" altLang="en-US"/>
        </a:p>
      </dgm:t>
    </dgm:pt>
    <dgm:pt modelId="{1996C9E6-27D0-4D7F-A0F4-0D4A7DAF9CF2}" type="sibTrans" cxnId="{E69AFB6E-94EA-45D7-924F-21394DA1BB1B}">
      <dgm:prSet/>
      <dgm:spPr/>
      <dgm:t>
        <a:bodyPr/>
        <a:lstStyle/>
        <a:p>
          <a:pPr latinLnBrk="1"/>
          <a:endParaRPr lang="ko-KR" altLang="en-US"/>
        </a:p>
      </dgm:t>
    </dgm:pt>
    <dgm:pt modelId="{AF313808-9675-474B-BBDA-7883C589EFDA}" type="pres">
      <dgm:prSet presAssocID="{99EE84B6-FE90-4626-BFC8-34B693A8BD8E}" presName="linearFlow" presStyleCnt="0">
        <dgm:presLayoutVars>
          <dgm:dir/>
          <dgm:resizeHandles val="exact"/>
        </dgm:presLayoutVars>
      </dgm:prSet>
      <dgm:spPr/>
    </dgm:pt>
    <dgm:pt modelId="{8F54B9BA-BF7F-4CA0-87B5-1430A72148C7}" type="pres">
      <dgm:prSet presAssocID="{C3227823-E8F8-4FB0-89EC-06197D87163B}" presName="composite" presStyleCnt="0"/>
      <dgm:spPr/>
    </dgm:pt>
    <dgm:pt modelId="{B2927DEB-23B4-47C5-956F-1B54C77E98D9}" type="pres">
      <dgm:prSet presAssocID="{C3227823-E8F8-4FB0-89EC-06197D87163B}" presName="imgShp" presStyleLbl="fgImgPlace1" presStyleIdx="0" presStyleCnt="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2B6FCC5B-387C-4E16-9246-7350ED3D6372}" type="pres">
      <dgm:prSet presAssocID="{C3227823-E8F8-4FB0-89EC-06197D87163B}" presName="txShp" presStyleLbl="node1" presStyleIdx="0" presStyleCnt="6">
        <dgm:presLayoutVars>
          <dgm:bulletEnabled val="1"/>
        </dgm:presLayoutVars>
      </dgm:prSet>
      <dgm:spPr/>
    </dgm:pt>
    <dgm:pt modelId="{8D6AA101-625C-4014-B620-BF3418D5A137}" type="pres">
      <dgm:prSet presAssocID="{6059A9F5-FE39-4EBC-957A-7F345CF73419}" presName="spacing" presStyleCnt="0"/>
      <dgm:spPr/>
    </dgm:pt>
    <dgm:pt modelId="{25CB8119-C1B1-4422-9B55-9A41C566E37D}" type="pres">
      <dgm:prSet presAssocID="{31E5D4E1-8363-4663-9236-CA40BE5D56F4}" presName="composite" presStyleCnt="0"/>
      <dgm:spPr/>
    </dgm:pt>
    <dgm:pt modelId="{B2FE7ED7-79E1-4C5D-9DA1-7181FC1F5A65}" type="pres">
      <dgm:prSet presAssocID="{31E5D4E1-8363-4663-9236-CA40BE5D56F4}" presName="imgShp" presStyleLbl="fgImgPlace1" presStyleIdx="1" presStyleCnt="6"/>
      <dgm:spPr/>
    </dgm:pt>
    <dgm:pt modelId="{B0A984B4-ECB5-4C51-B491-62A1FB6C3602}" type="pres">
      <dgm:prSet presAssocID="{31E5D4E1-8363-4663-9236-CA40BE5D56F4}" presName="txShp" presStyleLbl="node1" presStyleIdx="1" presStyleCnt="6">
        <dgm:presLayoutVars>
          <dgm:bulletEnabled val="1"/>
        </dgm:presLayoutVars>
      </dgm:prSet>
      <dgm:spPr/>
    </dgm:pt>
    <dgm:pt modelId="{00EC46C3-22C8-4CDA-BF3B-DCAE3DC7902D}" type="pres">
      <dgm:prSet presAssocID="{D6471509-669A-4DBD-A637-0A4FBB20323F}" presName="spacing" presStyleCnt="0"/>
      <dgm:spPr/>
    </dgm:pt>
    <dgm:pt modelId="{EA50874B-7256-4FED-95AC-2462C37037F1}" type="pres">
      <dgm:prSet presAssocID="{31E530A1-137F-4418-834A-1ACCEF018EFC}" presName="composite" presStyleCnt="0"/>
      <dgm:spPr/>
    </dgm:pt>
    <dgm:pt modelId="{B54C53B0-D541-4A0F-A58E-037182CB2A33}" type="pres">
      <dgm:prSet presAssocID="{31E530A1-137F-4418-834A-1ACCEF018EFC}" presName="imgShp" presStyleLbl="fgImgPlace1" presStyleIdx="2" presStyleCnt="6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CA0E93D9-6BC0-455F-A2EE-3D107587FF6D}" type="pres">
      <dgm:prSet presAssocID="{31E530A1-137F-4418-834A-1ACCEF018EFC}" presName="txShp" presStyleLbl="node1" presStyleIdx="2" presStyleCnt="6">
        <dgm:presLayoutVars>
          <dgm:bulletEnabled val="1"/>
        </dgm:presLayoutVars>
      </dgm:prSet>
      <dgm:spPr/>
    </dgm:pt>
    <dgm:pt modelId="{44255665-62CD-4A91-9F15-E9A051D92959}" type="pres">
      <dgm:prSet presAssocID="{738F1047-B08C-4D1D-A190-641BA27427B0}" presName="spacing" presStyleCnt="0"/>
      <dgm:spPr/>
    </dgm:pt>
    <dgm:pt modelId="{A2FA3734-4A6B-44C9-874F-4A3E02EDE904}" type="pres">
      <dgm:prSet presAssocID="{6F36B26A-E9F6-4AF5-9D06-3FDD56F57B26}" presName="composite" presStyleCnt="0"/>
      <dgm:spPr/>
    </dgm:pt>
    <dgm:pt modelId="{6ED326D6-AE8C-4376-9BA4-30C5FFD7293C}" type="pres">
      <dgm:prSet presAssocID="{6F36B26A-E9F6-4AF5-9D06-3FDD56F57B26}" presName="imgShp" presStyleLbl="fgImgPlace1" presStyleIdx="3" presStyleCnt="6"/>
      <dgm:spPr/>
    </dgm:pt>
    <dgm:pt modelId="{4B8B55F2-E7A2-4F55-9581-36BDB5188318}" type="pres">
      <dgm:prSet presAssocID="{6F36B26A-E9F6-4AF5-9D06-3FDD56F57B26}" presName="txShp" presStyleLbl="node1" presStyleIdx="3" presStyleCnt="6">
        <dgm:presLayoutVars>
          <dgm:bulletEnabled val="1"/>
        </dgm:presLayoutVars>
      </dgm:prSet>
      <dgm:spPr/>
    </dgm:pt>
    <dgm:pt modelId="{5E352954-E713-45A9-BAE1-81928DE068EA}" type="pres">
      <dgm:prSet presAssocID="{5D835FE1-529A-427C-8E5E-A407C5EDA16C}" presName="spacing" presStyleCnt="0"/>
      <dgm:spPr/>
    </dgm:pt>
    <dgm:pt modelId="{A87F530C-FFCF-40C6-9514-B78F2FBE84F6}" type="pres">
      <dgm:prSet presAssocID="{A7BF2B35-FFAF-4CF3-8091-A2BCEF72A28E}" presName="composite" presStyleCnt="0"/>
      <dgm:spPr/>
    </dgm:pt>
    <dgm:pt modelId="{377250A5-7735-4698-B10F-B689D20908AB}" type="pres">
      <dgm:prSet presAssocID="{A7BF2B35-FFAF-4CF3-8091-A2BCEF72A28E}" presName="imgShp" presStyleLbl="fgImgPlace1" presStyleIdx="4" presStyleCnt="6"/>
      <dgm:spPr/>
    </dgm:pt>
    <dgm:pt modelId="{0C31C207-585C-4EC2-95C9-3B8B2526470E}" type="pres">
      <dgm:prSet presAssocID="{A7BF2B35-FFAF-4CF3-8091-A2BCEF72A28E}" presName="txShp" presStyleLbl="node1" presStyleIdx="4" presStyleCnt="6">
        <dgm:presLayoutVars>
          <dgm:bulletEnabled val="1"/>
        </dgm:presLayoutVars>
      </dgm:prSet>
      <dgm:spPr/>
    </dgm:pt>
    <dgm:pt modelId="{4B3458CD-2E5F-4D31-9D67-2CA34D754362}" type="pres">
      <dgm:prSet presAssocID="{1996C9E6-27D0-4D7F-A0F4-0D4A7DAF9CF2}" presName="spacing" presStyleCnt="0"/>
      <dgm:spPr/>
    </dgm:pt>
    <dgm:pt modelId="{975C32AC-4BDC-4899-A675-66EEE670F7C6}" type="pres">
      <dgm:prSet presAssocID="{E542F439-C951-414E-99DA-9F3301C1A834}" presName="composite" presStyleCnt="0"/>
      <dgm:spPr/>
    </dgm:pt>
    <dgm:pt modelId="{3CD0D4B7-76F7-4032-B0E4-B74BFAB5B1F7}" type="pres">
      <dgm:prSet presAssocID="{E542F439-C951-414E-99DA-9F3301C1A834}" presName="imgShp" presStyleLbl="fgImgPlace1" presStyleIdx="5" presStyleCnt="6"/>
      <dgm:spPr/>
    </dgm:pt>
    <dgm:pt modelId="{2FB8064B-5A58-4A70-88C1-C629E8D4690F}" type="pres">
      <dgm:prSet presAssocID="{E542F439-C951-414E-99DA-9F3301C1A834}" presName="txShp" presStyleLbl="node1" presStyleIdx="5" presStyleCnt="6">
        <dgm:presLayoutVars>
          <dgm:bulletEnabled val="1"/>
        </dgm:presLayoutVars>
      </dgm:prSet>
      <dgm:spPr/>
    </dgm:pt>
  </dgm:ptLst>
  <dgm:cxnLst>
    <dgm:cxn modelId="{9D870A0C-1072-4629-87B3-3DE10A751253}" type="presOf" srcId="{99EE84B6-FE90-4626-BFC8-34B693A8BD8E}" destId="{AF313808-9675-474B-BBDA-7883C589EFDA}" srcOrd="0" destOrd="0" presId="urn:microsoft.com/office/officeart/2005/8/layout/vList3#1"/>
    <dgm:cxn modelId="{743DC063-870E-484A-876C-1CAB78413230}" type="presOf" srcId="{A7BF2B35-FFAF-4CF3-8091-A2BCEF72A28E}" destId="{0C31C207-585C-4EC2-95C9-3B8B2526470E}" srcOrd="0" destOrd="0" presId="urn:microsoft.com/office/officeart/2005/8/layout/vList3#1"/>
    <dgm:cxn modelId="{F3520C6D-CD4A-466F-B2CF-2DAF4D1A35BA}" type="presOf" srcId="{31E530A1-137F-4418-834A-1ACCEF018EFC}" destId="{CA0E93D9-6BC0-455F-A2EE-3D107587FF6D}" srcOrd="0" destOrd="0" presId="urn:microsoft.com/office/officeart/2005/8/layout/vList3#1"/>
    <dgm:cxn modelId="{E69AFB6E-94EA-45D7-924F-21394DA1BB1B}" srcId="{99EE84B6-FE90-4626-BFC8-34B693A8BD8E}" destId="{A7BF2B35-FFAF-4CF3-8091-A2BCEF72A28E}" srcOrd="4" destOrd="0" parTransId="{848B9E6A-21DA-42BF-A1A0-9F72EBEC9AF3}" sibTransId="{1996C9E6-27D0-4D7F-A0F4-0D4A7DAF9CF2}"/>
    <dgm:cxn modelId="{6DDA6750-6A8E-487D-8B50-7600AB19F242}" type="presOf" srcId="{31E5D4E1-8363-4663-9236-CA40BE5D56F4}" destId="{B0A984B4-ECB5-4C51-B491-62A1FB6C3602}" srcOrd="0" destOrd="0" presId="urn:microsoft.com/office/officeart/2005/8/layout/vList3#1"/>
    <dgm:cxn modelId="{40AF9885-10D3-40D7-A1D8-EEBEEF818CCF}" srcId="{99EE84B6-FE90-4626-BFC8-34B693A8BD8E}" destId="{6F36B26A-E9F6-4AF5-9D06-3FDD56F57B26}" srcOrd="3" destOrd="0" parTransId="{61536FA4-7B25-4A30-BB81-7F13A3BC0C56}" sibTransId="{5D835FE1-529A-427C-8E5E-A407C5EDA16C}"/>
    <dgm:cxn modelId="{93432FBB-16AD-49C5-ABBA-86A7D88BC597}" srcId="{99EE84B6-FE90-4626-BFC8-34B693A8BD8E}" destId="{E542F439-C951-414E-99DA-9F3301C1A834}" srcOrd="5" destOrd="0" parTransId="{2584FB53-2BA9-464A-B7EC-BA879BE50C45}" sibTransId="{091079E9-FE26-4912-B4A0-78122E6B0AD9}"/>
    <dgm:cxn modelId="{0A89A6BD-3985-4F2C-BC40-83406D7E34A4}" srcId="{99EE84B6-FE90-4626-BFC8-34B693A8BD8E}" destId="{C3227823-E8F8-4FB0-89EC-06197D87163B}" srcOrd="0" destOrd="0" parTransId="{87E091C3-123B-4CF6-8776-94CFB1B67919}" sibTransId="{6059A9F5-FE39-4EBC-957A-7F345CF73419}"/>
    <dgm:cxn modelId="{4EB1F8CE-9D4D-4C86-9889-C9274FF73AD9}" srcId="{99EE84B6-FE90-4626-BFC8-34B693A8BD8E}" destId="{31E530A1-137F-4418-834A-1ACCEF018EFC}" srcOrd="2" destOrd="0" parTransId="{842322C9-54FA-4B94-AF6D-3DECF89A1260}" sibTransId="{738F1047-B08C-4D1D-A190-641BA27427B0}"/>
    <dgm:cxn modelId="{6E093DF1-A3AB-4D9A-A880-455DB6735C44}" type="presOf" srcId="{E542F439-C951-414E-99DA-9F3301C1A834}" destId="{2FB8064B-5A58-4A70-88C1-C629E8D4690F}" srcOrd="0" destOrd="0" presId="urn:microsoft.com/office/officeart/2005/8/layout/vList3#1"/>
    <dgm:cxn modelId="{14D3D6F3-8367-4B0D-80B3-06AE64F922C3}" type="presOf" srcId="{6F36B26A-E9F6-4AF5-9D06-3FDD56F57B26}" destId="{4B8B55F2-E7A2-4F55-9581-36BDB5188318}" srcOrd="0" destOrd="0" presId="urn:microsoft.com/office/officeart/2005/8/layout/vList3#1"/>
    <dgm:cxn modelId="{8B09E1F4-53A6-4F2D-8EEC-A53ABACE1514}" type="presOf" srcId="{C3227823-E8F8-4FB0-89EC-06197D87163B}" destId="{2B6FCC5B-387C-4E16-9246-7350ED3D6372}" srcOrd="0" destOrd="0" presId="urn:microsoft.com/office/officeart/2005/8/layout/vList3#1"/>
    <dgm:cxn modelId="{98ABA9FA-15B8-452A-8FC3-F4D0FD297F89}" srcId="{99EE84B6-FE90-4626-BFC8-34B693A8BD8E}" destId="{31E5D4E1-8363-4663-9236-CA40BE5D56F4}" srcOrd="1" destOrd="0" parTransId="{E67B1FA9-E12E-4E26-B3C8-8E477484EBC7}" sibTransId="{D6471509-669A-4DBD-A637-0A4FBB20323F}"/>
    <dgm:cxn modelId="{C39D200C-9437-4139-9784-266317FC2C30}" type="presParOf" srcId="{AF313808-9675-474B-BBDA-7883C589EFDA}" destId="{8F54B9BA-BF7F-4CA0-87B5-1430A72148C7}" srcOrd="0" destOrd="0" presId="urn:microsoft.com/office/officeart/2005/8/layout/vList3#1"/>
    <dgm:cxn modelId="{CCE91ECC-4631-4459-9AF4-C1420484B889}" type="presParOf" srcId="{8F54B9BA-BF7F-4CA0-87B5-1430A72148C7}" destId="{B2927DEB-23B4-47C5-956F-1B54C77E98D9}" srcOrd="0" destOrd="0" presId="urn:microsoft.com/office/officeart/2005/8/layout/vList3#1"/>
    <dgm:cxn modelId="{B3D938E0-0ABB-4B35-BCD5-7C13D4D0CB09}" type="presParOf" srcId="{8F54B9BA-BF7F-4CA0-87B5-1430A72148C7}" destId="{2B6FCC5B-387C-4E16-9246-7350ED3D6372}" srcOrd="1" destOrd="0" presId="urn:microsoft.com/office/officeart/2005/8/layout/vList3#1"/>
    <dgm:cxn modelId="{4EB7026A-7259-4DE3-A2A4-781F2FAE12CE}" type="presParOf" srcId="{AF313808-9675-474B-BBDA-7883C589EFDA}" destId="{8D6AA101-625C-4014-B620-BF3418D5A137}" srcOrd="1" destOrd="0" presId="urn:microsoft.com/office/officeart/2005/8/layout/vList3#1"/>
    <dgm:cxn modelId="{922968DF-854B-4DDC-A91C-70D05106D651}" type="presParOf" srcId="{AF313808-9675-474B-BBDA-7883C589EFDA}" destId="{25CB8119-C1B1-4422-9B55-9A41C566E37D}" srcOrd="2" destOrd="0" presId="urn:microsoft.com/office/officeart/2005/8/layout/vList3#1"/>
    <dgm:cxn modelId="{BAAD696D-99BB-474C-9E16-C5AD928289B4}" type="presParOf" srcId="{25CB8119-C1B1-4422-9B55-9A41C566E37D}" destId="{B2FE7ED7-79E1-4C5D-9DA1-7181FC1F5A65}" srcOrd="0" destOrd="0" presId="urn:microsoft.com/office/officeart/2005/8/layout/vList3#1"/>
    <dgm:cxn modelId="{EE2CA13A-4542-43FC-98A7-BFF50F4B8B86}" type="presParOf" srcId="{25CB8119-C1B1-4422-9B55-9A41C566E37D}" destId="{B0A984B4-ECB5-4C51-B491-62A1FB6C3602}" srcOrd="1" destOrd="0" presId="urn:microsoft.com/office/officeart/2005/8/layout/vList3#1"/>
    <dgm:cxn modelId="{864BC329-7DD3-4375-8158-A0CDC99F4C5F}" type="presParOf" srcId="{AF313808-9675-474B-BBDA-7883C589EFDA}" destId="{00EC46C3-22C8-4CDA-BF3B-DCAE3DC7902D}" srcOrd="3" destOrd="0" presId="urn:microsoft.com/office/officeart/2005/8/layout/vList3#1"/>
    <dgm:cxn modelId="{9A4E4E9E-E53D-4440-8602-F78A4E017E17}" type="presParOf" srcId="{AF313808-9675-474B-BBDA-7883C589EFDA}" destId="{EA50874B-7256-4FED-95AC-2462C37037F1}" srcOrd="4" destOrd="0" presId="urn:microsoft.com/office/officeart/2005/8/layout/vList3#1"/>
    <dgm:cxn modelId="{462D99C2-2FDF-4558-8D1A-4DF2A34B0CB3}" type="presParOf" srcId="{EA50874B-7256-4FED-95AC-2462C37037F1}" destId="{B54C53B0-D541-4A0F-A58E-037182CB2A33}" srcOrd="0" destOrd="0" presId="urn:microsoft.com/office/officeart/2005/8/layout/vList3#1"/>
    <dgm:cxn modelId="{92FE5FF6-7B61-4662-BD1A-023AE9C1A638}" type="presParOf" srcId="{EA50874B-7256-4FED-95AC-2462C37037F1}" destId="{CA0E93D9-6BC0-455F-A2EE-3D107587FF6D}" srcOrd="1" destOrd="0" presId="urn:microsoft.com/office/officeart/2005/8/layout/vList3#1"/>
    <dgm:cxn modelId="{80E58DC0-687D-45DD-902A-2D7B131E059B}" type="presParOf" srcId="{AF313808-9675-474B-BBDA-7883C589EFDA}" destId="{44255665-62CD-4A91-9F15-E9A051D92959}" srcOrd="5" destOrd="0" presId="urn:microsoft.com/office/officeart/2005/8/layout/vList3#1"/>
    <dgm:cxn modelId="{6FE6EDA0-ECBF-4A92-B371-3F8AF5BEFB63}" type="presParOf" srcId="{AF313808-9675-474B-BBDA-7883C589EFDA}" destId="{A2FA3734-4A6B-44C9-874F-4A3E02EDE904}" srcOrd="6" destOrd="0" presId="urn:microsoft.com/office/officeart/2005/8/layout/vList3#1"/>
    <dgm:cxn modelId="{ED76A9FA-E515-4296-8F9F-0CC5ADCD9378}" type="presParOf" srcId="{A2FA3734-4A6B-44C9-874F-4A3E02EDE904}" destId="{6ED326D6-AE8C-4376-9BA4-30C5FFD7293C}" srcOrd="0" destOrd="0" presId="urn:microsoft.com/office/officeart/2005/8/layout/vList3#1"/>
    <dgm:cxn modelId="{28FC8EC4-AFF6-47B4-AE29-1F73C2F1A2E8}" type="presParOf" srcId="{A2FA3734-4A6B-44C9-874F-4A3E02EDE904}" destId="{4B8B55F2-E7A2-4F55-9581-36BDB5188318}" srcOrd="1" destOrd="0" presId="urn:microsoft.com/office/officeart/2005/8/layout/vList3#1"/>
    <dgm:cxn modelId="{AD86159B-37A6-45D4-A112-29D12AE7277C}" type="presParOf" srcId="{AF313808-9675-474B-BBDA-7883C589EFDA}" destId="{5E352954-E713-45A9-BAE1-81928DE068EA}" srcOrd="7" destOrd="0" presId="urn:microsoft.com/office/officeart/2005/8/layout/vList3#1"/>
    <dgm:cxn modelId="{D31E71DF-034B-41FC-A99A-1F1729C9F7EB}" type="presParOf" srcId="{AF313808-9675-474B-BBDA-7883C589EFDA}" destId="{A87F530C-FFCF-40C6-9514-B78F2FBE84F6}" srcOrd="8" destOrd="0" presId="urn:microsoft.com/office/officeart/2005/8/layout/vList3#1"/>
    <dgm:cxn modelId="{741C5813-9302-46D9-874D-0A7AA4DCE075}" type="presParOf" srcId="{A87F530C-FFCF-40C6-9514-B78F2FBE84F6}" destId="{377250A5-7735-4698-B10F-B689D20908AB}" srcOrd="0" destOrd="0" presId="urn:microsoft.com/office/officeart/2005/8/layout/vList3#1"/>
    <dgm:cxn modelId="{721B39B4-BFAE-483B-99C1-5A7CD5F4E437}" type="presParOf" srcId="{A87F530C-FFCF-40C6-9514-B78F2FBE84F6}" destId="{0C31C207-585C-4EC2-95C9-3B8B2526470E}" srcOrd="1" destOrd="0" presId="urn:microsoft.com/office/officeart/2005/8/layout/vList3#1"/>
    <dgm:cxn modelId="{AE82B381-B079-42BF-8907-DD76BAAE03CE}" type="presParOf" srcId="{AF313808-9675-474B-BBDA-7883C589EFDA}" destId="{4B3458CD-2E5F-4D31-9D67-2CA34D754362}" srcOrd="9" destOrd="0" presId="urn:microsoft.com/office/officeart/2005/8/layout/vList3#1"/>
    <dgm:cxn modelId="{AE3BD016-A2D4-4B70-926F-DFCA73914539}" type="presParOf" srcId="{AF313808-9675-474B-BBDA-7883C589EFDA}" destId="{975C32AC-4BDC-4899-A675-66EEE670F7C6}" srcOrd="10" destOrd="0" presId="urn:microsoft.com/office/officeart/2005/8/layout/vList3#1"/>
    <dgm:cxn modelId="{7FBD9C81-40A2-4631-B33D-F166CF17BA61}" type="presParOf" srcId="{975C32AC-4BDC-4899-A675-66EEE670F7C6}" destId="{3CD0D4B7-76F7-4032-B0E4-B74BFAB5B1F7}" srcOrd="0" destOrd="0" presId="urn:microsoft.com/office/officeart/2005/8/layout/vList3#1"/>
    <dgm:cxn modelId="{E40EAD56-6E1F-4440-B536-BDBEB5CEC132}" type="presParOf" srcId="{975C32AC-4BDC-4899-A675-66EEE670F7C6}" destId="{2FB8064B-5A58-4A70-88C1-C629E8D4690F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EE54E0-56C0-47F6-9BEE-84BD6BC317B2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6BDF00E-CC07-4BC0-87C1-F4346F4DEFC7}">
      <dgm:prSet phldrT="[텍스트]" custT="1"/>
      <dgm:spPr>
        <a:solidFill>
          <a:srgbClr val="00206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1</a:t>
          </a:r>
          <a:endParaRPr lang="ko-KR" alt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4C970D21-8895-4C06-A22D-6BDB097FD8E5}" type="parTrans" cxnId="{D2784DB4-E6D0-4B32-A99A-9013BEDB1C0B}">
      <dgm:prSet/>
      <dgm:spPr/>
      <dgm:t>
        <a:bodyPr/>
        <a:lstStyle/>
        <a:p>
          <a:pPr latinLnBrk="1"/>
          <a:endParaRPr lang="ko-KR" altLang="en-US"/>
        </a:p>
      </dgm:t>
    </dgm:pt>
    <dgm:pt modelId="{8B8AFDDF-5F8B-473B-8406-5FAD5BBE9FCE}" type="sibTrans" cxnId="{D2784DB4-E6D0-4B32-A99A-9013BEDB1C0B}">
      <dgm:prSet/>
      <dgm:spPr/>
      <dgm:t>
        <a:bodyPr/>
        <a:lstStyle/>
        <a:p>
          <a:pPr latinLnBrk="1"/>
          <a:endParaRPr lang="ko-KR" altLang="en-US"/>
        </a:p>
      </dgm:t>
    </dgm:pt>
    <dgm:pt modelId="{A63EB1CD-1D34-43C9-B57E-95ECACA80569}">
      <dgm:prSet phldrT="[텍스트]" custT="1"/>
      <dgm:spPr>
        <a:solidFill>
          <a:srgbClr val="0070C0">
            <a:alpha val="90000"/>
          </a:srgbClr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고충상담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[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훈련상담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직업상담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] :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상담도중 발견한 경미한 고충사항은 즉시처리하고 보고 및 결재가 필요한 사항은 문서화하여 절차를 거처 최대한 빨리 처리한다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gm:t>
    </dgm:pt>
    <dgm:pt modelId="{84C41DF8-5D8E-4C78-B3D1-7F1C5C2A2B7D}" type="parTrans" cxnId="{6A172EA0-8AC1-4F30-95EB-CCD16A7C01B9}">
      <dgm:prSet/>
      <dgm:spPr/>
      <dgm:t>
        <a:bodyPr/>
        <a:lstStyle/>
        <a:p>
          <a:pPr latinLnBrk="1"/>
          <a:endParaRPr lang="ko-KR" altLang="en-US"/>
        </a:p>
      </dgm:t>
    </dgm:pt>
    <dgm:pt modelId="{B6D1ED99-6EA2-473E-936E-C70DFF9BC5AC}" type="sibTrans" cxnId="{6A172EA0-8AC1-4F30-95EB-CCD16A7C01B9}">
      <dgm:prSet/>
      <dgm:spPr/>
      <dgm:t>
        <a:bodyPr/>
        <a:lstStyle/>
        <a:p>
          <a:pPr latinLnBrk="1"/>
          <a:endParaRPr lang="ko-KR" altLang="en-US"/>
        </a:p>
      </dgm:t>
    </dgm:pt>
    <dgm:pt modelId="{5E6D3F25-3CED-4EB0-A315-9A89EFDB21E9}">
      <dgm:prSet phldrT="[텍스트]" custT="1"/>
      <dgm:spPr>
        <a:solidFill>
          <a:srgbClr val="00206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2</a:t>
          </a:r>
          <a:endParaRPr lang="ko-KR" alt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FE15F9E4-3368-42E2-BD84-34C05E65DFDA}" type="parTrans" cxnId="{2B48FB3E-FC39-4C78-AFEC-1970149519B7}">
      <dgm:prSet/>
      <dgm:spPr/>
      <dgm:t>
        <a:bodyPr/>
        <a:lstStyle/>
        <a:p>
          <a:pPr latinLnBrk="1"/>
          <a:endParaRPr lang="ko-KR" altLang="en-US"/>
        </a:p>
      </dgm:t>
    </dgm:pt>
    <dgm:pt modelId="{34D68D78-ACB3-48CA-BE9A-C9986248B217}" type="sibTrans" cxnId="{2B48FB3E-FC39-4C78-AFEC-1970149519B7}">
      <dgm:prSet/>
      <dgm:spPr/>
      <dgm:t>
        <a:bodyPr/>
        <a:lstStyle/>
        <a:p>
          <a:pPr latinLnBrk="1"/>
          <a:endParaRPr lang="ko-KR" altLang="en-US"/>
        </a:p>
      </dgm:t>
    </dgm:pt>
    <dgm:pt modelId="{466C7ED2-2E6F-41E6-A2FD-6E06F9F0D815}">
      <dgm:prSet phldrT="[텍스트]" custT="1"/>
      <dgm:spPr>
        <a:solidFill>
          <a:srgbClr val="0070C0">
            <a:alpha val="90000"/>
          </a:srgbClr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훈련생대표간담회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훈련과정의 대표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2</a:t>
          </a:r>
          <a:r>
            <a:rPr lang="ko-KR" altLang="en-US" sz="14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인이상을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대상으로 연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1~2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회 이상 실시하여 고충사항 뿐만이 아니라 훈련수행수범사례를 발표하고 벤치마킹을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할 수 있도록 한다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 </a:t>
          </a:r>
        </a:p>
      </dgm:t>
    </dgm:pt>
    <dgm:pt modelId="{4506D506-5CFA-4BFD-952C-6A3EBB65DBE7}" type="parTrans" cxnId="{469C76A2-BBB2-4AEF-998F-FBC3B7A8E6CB}">
      <dgm:prSet/>
      <dgm:spPr/>
      <dgm:t>
        <a:bodyPr/>
        <a:lstStyle/>
        <a:p>
          <a:pPr latinLnBrk="1"/>
          <a:endParaRPr lang="ko-KR" altLang="en-US"/>
        </a:p>
      </dgm:t>
    </dgm:pt>
    <dgm:pt modelId="{B9E6EA2B-74BA-4BC5-A3FE-98A48A7D558E}" type="sibTrans" cxnId="{469C76A2-BBB2-4AEF-998F-FBC3B7A8E6CB}">
      <dgm:prSet/>
      <dgm:spPr/>
      <dgm:t>
        <a:bodyPr/>
        <a:lstStyle/>
        <a:p>
          <a:pPr latinLnBrk="1"/>
          <a:endParaRPr lang="ko-KR" altLang="en-US"/>
        </a:p>
      </dgm:t>
    </dgm:pt>
    <dgm:pt modelId="{B783E432-E784-4F1C-8064-82F1D119F6A0}">
      <dgm:prSet phldrT="[텍스트]" custT="1"/>
      <dgm:spPr>
        <a:solidFill>
          <a:srgbClr val="00206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5</a:t>
          </a:r>
          <a:endParaRPr lang="ko-KR" alt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186B2BEE-177B-497F-9162-E9BF18380207}" type="parTrans" cxnId="{405E497E-C302-4117-9E4C-9CDD46B24DE8}">
      <dgm:prSet/>
      <dgm:spPr/>
      <dgm:t>
        <a:bodyPr/>
        <a:lstStyle/>
        <a:p>
          <a:pPr latinLnBrk="1"/>
          <a:endParaRPr lang="ko-KR" altLang="en-US"/>
        </a:p>
      </dgm:t>
    </dgm:pt>
    <dgm:pt modelId="{106D3410-8940-4F8A-8BD4-A8828FEA5CDB}" type="sibTrans" cxnId="{405E497E-C302-4117-9E4C-9CDD46B24DE8}">
      <dgm:prSet/>
      <dgm:spPr/>
      <dgm:t>
        <a:bodyPr/>
        <a:lstStyle/>
        <a:p>
          <a:pPr latinLnBrk="1"/>
          <a:endParaRPr lang="ko-KR" altLang="en-US"/>
        </a:p>
      </dgm:t>
    </dgm:pt>
    <dgm:pt modelId="{A91D8920-174D-4FB5-899D-82B9E12200AE}">
      <dgm:prSet phldrT="[텍스트]" custT="1"/>
      <dgm:spPr>
        <a:solidFill>
          <a:srgbClr val="0070C0">
            <a:alpha val="90000"/>
          </a:srgbClr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직접건의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훈련교강사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또는 훈련운영직원에 직접 건의하여 고충원인을 신속히 파악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처리할 수 있게 </a:t>
          </a:r>
          <a:r>
            <a:rPr lang="ko-KR" altLang="en-US" sz="14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훈련교강사와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훈련운영직원은 항시 귀를 열어두고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훈련생들을 유심히 관찰한다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gm:t>
    </dgm:pt>
    <dgm:pt modelId="{F7FC9790-5AC1-40CC-9082-BC729B5847C9}" type="parTrans" cxnId="{4B8C5834-93CB-49CD-BA0B-F73C16BD3B51}">
      <dgm:prSet/>
      <dgm:spPr/>
      <dgm:t>
        <a:bodyPr/>
        <a:lstStyle/>
        <a:p>
          <a:pPr latinLnBrk="1"/>
          <a:endParaRPr lang="ko-KR" altLang="en-US"/>
        </a:p>
      </dgm:t>
    </dgm:pt>
    <dgm:pt modelId="{A529FB42-E6F3-41CC-BD64-C2BC6340CB15}" type="sibTrans" cxnId="{4B8C5834-93CB-49CD-BA0B-F73C16BD3B51}">
      <dgm:prSet/>
      <dgm:spPr/>
      <dgm:t>
        <a:bodyPr/>
        <a:lstStyle/>
        <a:p>
          <a:pPr latinLnBrk="1"/>
          <a:endParaRPr lang="ko-KR" altLang="en-US"/>
        </a:p>
      </dgm:t>
    </dgm:pt>
    <dgm:pt modelId="{75BDDD22-F5CD-422B-ABD7-C55373A09F4F}">
      <dgm:prSet custT="1"/>
      <dgm:spPr>
        <a:solidFill>
          <a:srgbClr val="00206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3</a:t>
          </a:r>
          <a:endParaRPr lang="ko-KR" alt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8D555B61-CF42-4830-8D1A-B453B3EAB64E}" type="parTrans" cxnId="{1C3FB815-86E0-4559-B26D-A9B018A2F929}">
      <dgm:prSet/>
      <dgm:spPr/>
      <dgm:t>
        <a:bodyPr/>
        <a:lstStyle/>
        <a:p>
          <a:pPr latinLnBrk="1"/>
          <a:endParaRPr lang="ko-KR" altLang="en-US"/>
        </a:p>
      </dgm:t>
    </dgm:pt>
    <dgm:pt modelId="{D5187860-00D6-40CF-B0E6-121CEEF4249A}" type="sibTrans" cxnId="{1C3FB815-86E0-4559-B26D-A9B018A2F929}">
      <dgm:prSet/>
      <dgm:spPr/>
      <dgm:t>
        <a:bodyPr/>
        <a:lstStyle/>
        <a:p>
          <a:pPr latinLnBrk="1"/>
          <a:endParaRPr lang="ko-KR" altLang="en-US"/>
        </a:p>
      </dgm:t>
    </dgm:pt>
    <dgm:pt modelId="{8BC2AEF2-B013-4020-AD6C-AB14A1B11F31}">
      <dgm:prSet custT="1"/>
      <dgm:spPr>
        <a:solidFill>
          <a:srgbClr val="00206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4</a:t>
          </a:r>
          <a:endParaRPr lang="ko-KR" altLang="en-US" sz="1400" b="1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gm:t>
    </dgm:pt>
    <dgm:pt modelId="{DBE0A58D-F747-4BA5-8570-A77E746F5667}" type="parTrans" cxnId="{77C78342-BA04-4597-9802-AB74123A79BA}">
      <dgm:prSet/>
      <dgm:spPr/>
      <dgm:t>
        <a:bodyPr/>
        <a:lstStyle/>
        <a:p>
          <a:pPr latinLnBrk="1"/>
          <a:endParaRPr lang="ko-KR" altLang="en-US"/>
        </a:p>
      </dgm:t>
    </dgm:pt>
    <dgm:pt modelId="{6C804366-72C2-4026-93A5-4690EAF572A8}" type="sibTrans" cxnId="{77C78342-BA04-4597-9802-AB74123A79BA}">
      <dgm:prSet/>
      <dgm:spPr/>
      <dgm:t>
        <a:bodyPr/>
        <a:lstStyle/>
        <a:p>
          <a:pPr latinLnBrk="1"/>
          <a:endParaRPr lang="ko-KR" altLang="en-US"/>
        </a:p>
      </dgm:t>
    </dgm:pt>
    <dgm:pt modelId="{BD3D1F45-3770-46AE-ABEB-EE83EDCA8E2D}">
      <dgm:prSet custT="1"/>
      <dgm:spPr>
        <a:solidFill>
          <a:srgbClr val="0070C0">
            <a:alpha val="90000"/>
          </a:srgbClr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훈련생설문조사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훈련과정 시작 초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/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중반에 설문조사를 실시하여 교수방법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학습방법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건의사항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애로사항 등의 의견을 수렴하여 시정하고 보완하여 쾌적한 훈련환경을 조성한다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gm:t>
    </dgm:pt>
    <dgm:pt modelId="{868FBC6D-BB49-4F0D-BCE9-9AEF68B54182}" type="parTrans" cxnId="{5FD5ABF3-ADC1-4BCF-9DCF-6A7CAD4CCDD6}">
      <dgm:prSet/>
      <dgm:spPr/>
      <dgm:t>
        <a:bodyPr/>
        <a:lstStyle/>
        <a:p>
          <a:pPr latinLnBrk="1"/>
          <a:endParaRPr lang="ko-KR" altLang="en-US"/>
        </a:p>
      </dgm:t>
    </dgm:pt>
    <dgm:pt modelId="{AE49A1C9-34D8-4D65-A2DB-BE105C3BADC9}" type="sibTrans" cxnId="{5FD5ABF3-ADC1-4BCF-9DCF-6A7CAD4CCDD6}">
      <dgm:prSet/>
      <dgm:spPr/>
      <dgm:t>
        <a:bodyPr/>
        <a:lstStyle/>
        <a:p>
          <a:pPr latinLnBrk="1"/>
          <a:endParaRPr lang="ko-KR" altLang="en-US"/>
        </a:p>
      </dgm:t>
    </dgm:pt>
    <dgm:pt modelId="{119D5DE1-1875-40C6-B5EF-F95B0168E3EF}">
      <dgm:prSet custT="1"/>
      <dgm:spPr>
        <a:solidFill>
          <a:srgbClr val="0070C0">
            <a:alpha val="90000"/>
          </a:srgbClr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pPr latinLnBrk="1"/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건의함 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휴게실 또는 로비에 건의함을 설치하여 훈련생이 자유롭게 의견제시 및 건의할 수 있게 하여 숨어있는 의견을 끌어낼 수 있게 한다</a:t>
          </a:r>
          <a:r>
            <a:rPr lang="en-US" altLang="ko-KR" sz="1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gm:t>
    </dgm:pt>
    <dgm:pt modelId="{77AFC841-61D8-40B0-A19C-F39152C8EAD2}" type="parTrans" cxnId="{E553CAAB-CE70-48D7-BC1A-3D5704901DD3}">
      <dgm:prSet/>
      <dgm:spPr/>
      <dgm:t>
        <a:bodyPr/>
        <a:lstStyle/>
        <a:p>
          <a:pPr latinLnBrk="1"/>
          <a:endParaRPr lang="ko-KR" altLang="en-US"/>
        </a:p>
      </dgm:t>
    </dgm:pt>
    <dgm:pt modelId="{3FA3146F-DBBE-40E2-8706-BB54F9A26C5F}" type="sibTrans" cxnId="{E553CAAB-CE70-48D7-BC1A-3D5704901DD3}">
      <dgm:prSet/>
      <dgm:spPr/>
      <dgm:t>
        <a:bodyPr/>
        <a:lstStyle/>
        <a:p>
          <a:pPr latinLnBrk="1"/>
          <a:endParaRPr lang="ko-KR" altLang="en-US"/>
        </a:p>
      </dgm:t>
    </dgm:pt>
    <dgm:pt modelId="{056103B9-AC5C-4C94-B9F1-43EEEAC2F355}" type="pres">
      <dgm:prSet presAssocID="{1DEE54E0-56C0-47F6-9BEE-84BD6BC317B2}" presName="linearFlow" presStyleCnt="0">
        <dgm:presLayoutVars>
          <dgm:dir/>
          <dgm:animLvl val="lvl"/>
          <dgm:resizeHandles val="exact"/>
        </dgm:presLayoutVars>
      </dgm:prSet>
      <dgm:spPr/>
    </dgm:pt>
    <dgm:pt modelId="{D3A80D3F-352B-4A06-8693-CFC08173F391}" type="pres">
      <dgm:prSet presAssocID="{86BDF00E-CC07-4BC0-87C1-F4346F4DEFC7}" presName="composite" presStyleCnt="0"/>
      <dgm:spPr/>
    </dgm:pt>
    <dgm:pt modelId="{9EC6001F-3100-4711-BB7C-F78C5F3DBE46}" type="pres">
      <dgm:prSet presAssocID="{86BDF00E-CC07-4BC0-87C1-F4346F4DEFC7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6E37F77B-49C2-4677-BAE6-3ABDBAACFD56}" type="pres">
      <dgm:prSet presAssocID="{86BDF00E-CC07-4BC0-87C1-F4346F4DEFC7}" presName="descendantText" presStyleLbl="alignAcc1" presStyleIdx="0" presStyleCnt="5">
        <dgm:presLayoutVars>
          <dgm:bulletEnabled val="1"/>
        </dgm:presLayoutVars>
      </dgm:prSet>
      <dgm:spPr/>
    </dgm:pt>
    <dgm:pt modelId="{C1A6D3D1-0039-4192-888E-6E0D27369BD3}" type="pres">
      <dgm:prSet presAssocID="{8B8AFDDF-5F8B-473B-8406-5FAD5BBE9FCE}" presName="sp" presStyleCnt="0"/>
      <dgm:spPr/>
    </dgm:pt>
    <dgm:pt modelId="{EC64017A-090B-46C0-B262-AF90E2A2B2CD}" type="pres">
      <dgm:prSet presAssocID="{5E6D3F25-3CED-4EB0-A315-9A89EFDB21E9}" presName="composite" presStyleCnt="0"/>
      <dgm:spPr/>
    </dgm:pt>
    <dgm:pt modelId="{EAB07304-36A7-4934-82F7-75CB2508B64D}" type="pres">
      <dgm:prSet presAssocID="{5E6D3F25-3CED-4EB0-A315-9A89EFDB21E9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A5D0F36F-D7A8-4132-ADE4-B5355B33412C}" type="pres">
      <dgm:prSet presAssocID="{5E6D3F25-3CED-4EB0-A315-9A89EFDB21E9}" presName="descendantText" presStyleLbl="alignAcc1" presStyleIdx="1" presStyleCnt="5">
        <dgm:presLayoutVars>
          <dgm:bulletEnabled val="1"/>
        </dgm:presLayoutVars>
      </dgm:prSet>
      <dgm:spPr/>
    </dgm:pt>
    <dgm:pt modelId="{89F51B8D-B2F9-4EC8-8230-C4573124EE42}" type="pres">
      <dgm:prSet presAssocID="{34D68D78-ACB3-48CA-BE9A-C9986248B217}" presName="sp" presStyleCnt="0"/>
      <dgm:spPr/>
    </dgm:pt>
    <dgm:pt modelId="{561C595E-F045-448C-8B95-4738E828693A}" type="pres">
      <dgm:prSet presAssocID="{75BDDD22-F5CD-422B-ABD7-C55373A09F4F}" presName="composite" presStyleCnt="0"/>
      <dgm:spPr/>
    </dgm:pt>
    <dgm:pt modelId="{AAF54069-3FA8-4D4A-B55F-436AE727402F}" type="pres">
      <dgm:prSet presAssocID="{75BDDD22-F5CD-422B-ABD7-C55373A09F4F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FB0FC78F-6DFB-412E-83E7-760475B50596}" type="pres">
      <dgm:prSet presAssocID="{75BDDD22-F5CD-422B-ABD7-C55373A09F4F}" presName="descendantText" presStyleLbl="alignAcc1" presStyleIdx="2" presStyleCnt="5">
        <dgm:presLayoutVars>
          <dgm:bulletEnabled val="1"/>
        </dgm:presLayoutVars>
      </dgm:prSet>
      <dgm:spPr/>
    </dgm:pt>
    <dgm:pt modelId="{E7A87F3D-B8AC-4A3B-B257-D6293431C4C6}" type="pres">
      <dgm:prSet presAssocID="{D5187860-00D6-40CF-B0E6-121CEEF4249A}" presName="sp" presStyleCnt="0"/>
      <dgm:spPr/>
    </dgm:pt>
    <dgm:pt modelId="{31A8BA0F-E186-4326-9CD2-ABCCFAE87553}" type="pres">
      <dgm:prSet presAssocID="{8BC2AEF2-B013-4020-AD6C-AB14A1B11F31}" presName="composite" presStyleCnt="0"/>
      <dgm:spPr/>
    </dgm:pt>
    <dgm:pt modelId="{DCF954F3-0A79-45CC-A47A-3D775358479E}" type="pres">
      <dgm:prSet presAssocID="{8BC2AEF2-B013-4020-AD6C-AB14A1B11F31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79FA7F86-002C-4DDD-A30B-1EE278B97E28}" type="pres">
      <dgm:prSet presAssocID="{8BC2AEF2-B013-4020-AD6C-AB14A1B11F31}" presName="descendantText" presStyleLbl="alignAcc1" presStyleIdx="3" presStyleCnt="5">
        <dgm:presLayoutVars>
          <dgm:bulletEnabled val="1"/>
        </dgm:presLayoutVars>
      </dgm:prSet>
      <dgm:spPr/>
    </dgm:pt>
    <dgm:pt modelId="{92718DCC-F2A8-455C-840F-75EC4CABDDD4}" type="pres">
      <dgm:prSet presAssocID="{6C804366-72C2-4026-93A5-4690EAF572A8}" presName="sp" presStyleCnt="0"/>
      <dgm:spPr/>
    </dgm:pt>
    <dgm:pt modelId="{60ADC652-66E8-4D01-8C59-B5B9D804DECD}" type="pres">
      <dgm:prSet presAssocID="{B783E432-E784-4F1C-8064-82F1D119F6A0}" presName="composite" presStyleCnt="0"/>
      <dgm:spPr/>
    </dgm:pt>
    <dgm:pt modelId="{597675DE-B1AC-4BCE-A537-B1D6994D03FA}" type="pres">
      <dgm:prSet presAssocID="{B783E432-E784-4F1C-8064-82F1D119F6A0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31783FAF-9996-4EA1-A0AA-A31CB4A19BE7}" type="pres">
      <dgm:prSet presAssocID="{B783E432-E784-4F1C-8064-82F1D119F6A0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1C3FB815-86E0-4559-B26D-A9B018A2F929}" srcId="{1DEE54E0-56C0-47F6-9BEE-84BD6BC317B2}" destId="{75BDDD22-F5CD-422B-ABD7-C55373A09F4F}" srcOrd="2" destOrd="0" parTransId="{8D555B61-CF42-4830-8D1A-B453B3EAB64E}" sibTransId="{D5187860-00D6-40CF-B0E6-121CEEF4249A}"/>
    <dgm:cxn modelId="{4B8C5834-93CB-49CD-BA0B-F73C16BD3B51}" srcId="{B783E432-E784-4F1C-8064-82F1D119F6A0}" destId="{A91D8920-174D-4FB5-899D-82B9E12200AE}" srcOrd="0" destOrd="0" parTransId="{F7FC9790-5AC1-40CC-9082-BC729B5847C9}" sibTransId="{A529FB42-E6F3-41CC-BD64-C2BC6340CB15}"/>
    <dgm:cxn modelId="{F70BA93E-B9D8-4147-B702-2A596702D5E3}" type="presOf" srcId="{119D5DE1-1875-40C6-B5EF-F95B0168E3EF}" destId="{79FA7F86-002C-4DDD-A30B-1EE278B97E28}" srcOrd="0" destOrd="0" presId="urn:microsoft.com/office/officeart/2005/8/layout/chevron2"/>
    <dgm:cxn modelId="{2B48FB3E-FC39-4C78-AFEC-1970149519B7}" srcId="{1DEE54E0-56C0-47F6-9BEE-84BD6BC317B2}" destId="{5E6D3F25-3CED-4EB0-A315-9A89EFDB21E9}" srcOrd="1" destOrd="0" parTransId="{FE15F9E4-3368-42E2-BD84-34C05E65DFDA}" sibTransId="{34D68D78-ACB3-48CA-BE9A-C9986248B217}"/>
    <dgm:cxn modelId="{B08C0A5B-1990-44D8-AB34-56E6C62B11B1}" type="presOf" srcId="{A91D8920-174D-4FB5-899D-82B9E12200AE}" destId="{31783FAF-9996-4EA1-A0AA-A31CB4A19BE7}" srcOrd="0" destOrd="0" presId="urn:microsoft.com/office/officeart/2005/8/layout/chevron2"/>
    <dgm:cxn modelId="{77C78342-BA04-4597-9802-AB74123A79BA}" srcId="{1DEE54E0-56C0-47F6-9BEE-84BD6BC317B2}" destId="{8BC2AEF2-B013-4020-AD6C-AB14A1B11F31}" srcOrd="3" destOrd="0" parTransId="{DBE0A58D-F747-4BA5-8570-A77E746F5667}" sibTransId="{6C804366-72C2-4026-93A5-4690EAF572A8}"/>
    <dgm:cxn modelId="{4AA49743-4831-4413-8682-DCFF498870B2}" type="presOf" srcId="{A63EB1CD-1D34-43C9-B57E-95ECACA80569}" destId="{6E37F77B-49C2-4677-BAE6-3ABDBAACFD56}" srcOrd="0" destOrd="0" presId="urn:microsoft.com/office/officeart/2005/8/layout/chevron2"/>
    <dgm:cxn modelId="{296C5D54-08AA-4028-A5BB-F5638AE386D8}" type="presOf" srcId="{8BC2AEF2-B013-4020-AD6C-AB14A1B11F31}" destId="{DCF954F3-0A79-45CC-A47A-3D775358479E}" srcOrd="0" destOrd="0" presId="urn:microsoft.com/office/officeart/2005/8/layout/chevron2"/>
    <dgm:cxn modelId="{266C657D-4D70-4DD3-AB6A-568DAE7077C1}" type="presOf" srcId="{1DEE54E0-56C0-47F6-9BEE-84BD6BC317B2}" destId="{056103B9-AC5C-4C94-B9F1-43EEEAC2F355}" srcOrd="0" destOrd="0" presId="urn:microsoft.com/office/officeart/2005/8/layout/chevron2"/>
    <dgm:cxn modelId="{405E497E-C302-4117-9E4C-9CDD46B24DE8}" srcId="{1DEE54E0-56C0-47F6-9BEE-84BD6BC317B2}" destId="{B783E432-E784-4F1C-8064-82F1D119F6A0}" srcOrd="4" destOrd="0" parTransId="{186B2BEE-177B-497F-9162-E9BF18380207}" sibTransId="{106D3410-8940-4F8A-8BD4-A8828FEA5CDB}"/>
    <dgm:cxn modelId="{6C698E80-0564-4FC9-B611-FF4D4D052C0D}" type="presOf" srcId="{86BDF00E-CC07-4BC0-87C1-F4346F4DEFC7}" destId="{9EC6001F-3100-4711-BB7C-F78C5F3DBE46}" srcOrd="0" destOrd="0" presId="urn:microsoft.com/office/officeart/2005/8/layout/chevron2"/>
    <dgm:cxn modelId="{FC188597-B2FC-4F65-B04D-7094B47CA4F3}" type="presOf" srcId="{466C7ED2-2E6F-41E6-A2FD-6E06F9F0D815}" destId="{A5D0F36F-D7A8-4132-ADE4-B5355B33412C}" srcOrd="0" destOrd="0" presId="urn:microsoft.com/office/officeart/2005/8/layout/chevron2"/>
    <dgm:cxn modelId="{6A172EA0-8AC1-4F30-95EB-CCD16A7C01B9}" srcId="{86BDF00E-CC07-4BC0-87C1-F4346F4DEFC7}" destId="{A63EB1CD-1D34-43C9-B57E-95ECACA80569}" srcOrd="0" destOrd="0" parTransId="{84C41DF8-5D8E-4C78-B3D1-7F1C5C2A2B7D}" sibTransId="{B6D1ED99-6EA2-473E-936E-C70DFF9BC5AC}"/>
    <dgm:cxn modelId="{EF72FCA0-A0C6-4844-B23F-F27ACE70D9CE}" type="presOf" srcId="{75BDDD22-F5CD-422B-ABD7-C55373A09F4F}" destId="{AAF54069-3FA8-4D4A-B55F-436AE727402F}" srcOrd="0" destOrd="0" presId="urn:microsoft.com/office/officeart/2005/8/layout/chevron2"/>
    <dgm:cxn modelId="{469C76A2-BBB2-4AEF-998F-FBC3B7A8E6CB}" srcId="{5E6D3F25-3CED-4EB0-A315-9A89EFDB21E9}" destId="{466C7ED2-2E6F-41E6-A2FD-6E06F9F0D815}" srcOrd="0" destOrd="0" parTransId="{4506D506-5CFA-4BFD-952C-6A3EBB65DBE7}" sibTransId="{B9E6EA2B-74BA-4BC5-A3FE-98A48A7D558E}"/>
    <dgm:cxn modelId="{E553CAAB-CE70-48D7-BC1A-3D5704901DD3}" srcId="{8BC2AEF2-B013-4020-AD6C-AB14A1B11F31}" destId="{119D5DE1-1875-40C6-B5EF-F95B0168E3EF}" srcOrd="0" destOrd="0" parTransId="{77AFC841-61D8-40B0-A19C-F39152C8EAD2}" sibTransId="{3FA3146F-DBBE-40E2-8706-BB54F9A26C5F}"/>
    <dgm:cxn modelId="{A44774B2-F3CD-41A1-8253-0DA8478197F3}" type="presOf" srcId="{B783E432-E784-4F1C-8064-82F1D119F6A0}" destId="{597675DE-B1AC-4BCE-A537-B1D6994D03FA}" srcOrd="0" destOrd="0" presId="urn:microsoft.com/office/officeart/2005/8/layout/chevron2"/>
    <dgm:cxn modelId="{D2784DB4-E6D0-4B32-A99A-9013BEDB1C0B}" srcId="{1DEE54E0-56C0-47F6-9BEE-84BD6BC317B2}" destId="{86BDF00E-CC07-4BC0-87C1-F4346F4DEFC7}" srcOrd="0" destOrd="0" parTransId="{4C970D21-8895-4C06-A22D-6BDB097FD8E5}" sibTransId="{8B8AFDDF-5F8B-473B-8406-5FAD5BBE9FCE}"/>
    <dgm:cxn modelId="{7F4015C7-E020-4F67-9BB3-2D47CC0B89FF}" type="presOf" srcId="{BD3D1F45-3770-46AE-ABEB-EE83EDCA8E2D}" destId="{FB0FC78F-6DFB-412E-83E7-760475B50596}" srcOrd="0" destOrd="0" presId="urn:microsoft.com/office/officeart/2005/8/layout/chevron2"/>
    <dgm:cxn modelId="{B13ABAE8-FD32-457C-B6A8-38815ABC5E1D}" type="presOf" srcId="{5E6D3F25-3CED-4EB0-A315-9A89EFDB21E9}" destId="{EAB07304-36A7-4934-82F7-75CB2508B64D}" srcOrd="0" destOrd="0" presId="urn:microsoft.com/office/officeart/2005/8/layout/chevron2"/>
    <dgm:cxn modelId="{5FD5ABF3-ADC1-4BCF-9DCF-6A7CAD4CCDD6}" srcId="{75BDDD22-F5CD-422B-ABD7-C55373A09F4F}" destId="{BD3D1F45-3770-46AE-ABEB-EE83EDCA8E2D}" srcOrd="0" destOrd="0" parTransId="{868FBC6D-BB49-4F0D-BCE9-9AEF68B54182}" sibTransId="{AE49A1C9-34D8-4D65-A2DB-BE105C3BADC9}"/>
    <dgm:cxn modelId="{0AD12C5E-0703-4A71-A79C-E3459A6D14E1}" type="presParOf" srcId="{056103B9-AC5C-4C94-B9F1-43EEEAC2F355}" destId="{D3A80D3F-352B-4A06-8693-CFC08173F391}" srcOrd="0" destOrd="0" presId="urn:microsoft.com/office/officeart/2005/8/layout/chevron2"/>
    <dgm:cxn modelId="{5D39B9C5-E81D-4EBD-B461-4CE11C6E8A41}" type="presParOf" srcId="{D3A80D3F-352B-4A06-8693-CFC08173F391}" destId="{9EC6001F-3100-4711-BB7C-F78C5F3DBE46}" srcOrd="0" destOrd="0" presId="urn:microsoft.com/office/officeart/2005/8/layout/chevron2"/>
    <dgm:cxn modelId="{B0882F49-0D41-44CF-AA88-17BB9C0F5AF6}" type="presParOf" srcId="{D3A80D3F-352B-4A06-8693-CFC08173F391}" destId="{6E37F77B-49C2-4677-BAE6-3ABDBAACFD56}" srcOrd="1" destOrd="0" presId="urn:microsoft.com/office/officeart/2005/8/layout/chevron2"/>
    <dgm:cxn modelId="{C1E77A7B-EC84-4A3A-860F-B27BEC569C70}" type="presParOf" srcId="{056103B9-AC5C-4C94-B9F1-43EEEAC2F355}" destId="{C1A6D3D1-0039-4192-888E-6E0D27369BD3}" srcOrd="1" destOrd="0" presId="urn:microsoft.com/office/officeart/2005/8/layout/chevron2"/>
    <dgm:cxn modelId="{06DED3D2-E0F4-4908-BA4E-375D925BEA0D}" type="presParOf" srcId="{056103B9-AC5C-4C94-B9F1-43EEEAC2F355}" destId="{EC64017A-090B-46C0-B262-AF90E2A2B2CD}" srcOrd="2" destOrd="0" presId="urn:microsoft.com/office/officeart/2005/8/layout/chevron2"/>
    <dgm:cxn modelId="{ABC3C643-41E0-4909-BD71-EF108BC00C26}" type="presParOf" srcId="{EC64017A-090B-46C0-B262-AF90E2A2B2CD}" destId="{EAB07304-36A7-4934-82F7-75CB2508B64D}" srcOrd="0" destOrd="0" presId="urn:microsoft.com/office/officeart/2005/8/layout/chevron2"/>
    <dgm:cxn modelId="{CA964EC9-FDFF-4F8C-8B17-7864BBF67683}" type="presParOf" srcId="{EC64017A-090B-46C0-B262-AF90E2A2B2CD}" destId="{A5D0F36F-D7A8-4132-ADE4-B5355B33412C}" srcOrd="1" destOrd="0" presId="urn:microsoft.com/office/officeart/2005/8/layout/chevron2"/>
    <dgm:cxn modelId="{9480BE5D-4500-422F-AC1F-1971CE1362B9}" type="presParOf" srcId="{056103B9-AC5C-4C94-B9F1-43EEEAC2F355}" destId="{89F51B8D-B2F9-4EC8-8230-C4573124EE42}" srcOrd="3" destOrd="0" presId="urn:microsoft.com/office/officeart/2005/8/layout/chevron2"/>
    <dgm:cxn modelId="{82685F84-05CC-4A87-AAB4-EB231AA0B507}" type="presParOf" srcId="{056103B9-AC5C-4C94-B9F1-43EEEAC2F355}" destId="{561C595E-F045-448C-8B95-4738E828693A}" srcOrd="4" destOrd="0" presId="urn:microsoft.com/office/officeart/2005/8/layout/chevron2"/>
    <dgm:cxn modelId="{6F17A92F-4A69-4334-AD6D-19362AD15753}" type="presParOf" srcId="{561C595E-F045-448C-8B95-4738E828693A}" destId="{AAF54069-3FA8-4D4A-B55F-436AE727402F}" srcOrd="0" destOrd="0" presId="urn:microsoft.com/office/officeart/2005/8/layout/chevron2"/>
    <dgm:cxn modelId="{6C7F3D0F-C6A9-4F05-9202-46924EA419AE}" type="presParOf" srcId="{561C595E-F045-448C-8B95-4738E828693A}" destId="{FB0FC78F-6DFB-412E-83E7-760475B50596}" srcOrd="1" destOrd="0" presId="urn:microsoft.com/office/officeart/2005/8/layout/chevron2"/>
    <dgm:cxn modelId="{0B56EAF5-E5E6-45EE-9DFD-5DB5FA1882C2}" type="presParOf" srcId="{056103B9-AC5C-4C94-B9F1-43EEEAC2F355}" destId="{E7A87F3D-B8AC-4A3B-B257-D6293431C4C6}" srcOrd="5" destOrd="0" presId="urn:microsoft.com/office/officeart/2005/8/layout/chevron2"/>
    <dgm:cxn modelId="{233F40EC-EAC0-41C7-BA7B-794AF5E6B293}" type="presParOf" srcId="{056103B9-AC5C-4C94-B9F1-43EEEAC2F355}" destId="{31A8BA0F-E186-4326-9CD2-ABCCFAE87553}" srcOrd="6" destOrd="0" presId="urn:microsoft.com/office/officeart/2005/8/layout/chevron2"/>
    <dgm:cxn modelId="{B11EB4BB-D3D5-4D04-9615-4CCDF9887ED1}" type="presParOf" srcId="{31A8BA0F-E186-4326-9CD2-ABCCFAE87553}" destId="{DCF954F3-0A79-45CC-A47A-3D775358479E}" srcOrd="0" destOrd="0" presId="urn:microsoft.com/office/officeart/2005/8/layout/chevron2"/>
    <dgm:cxn modelId="{A5859C49-AAE6-42F6-9FB8-601E1A7CBFCC}" type="presParOf" srcId="{31A8BA0F-E186-4326-9CD2-ABCCFAE87553}" destId="{79FA7F86-002C-4DDD-A30B-1EE278B97E28}" srcOrd="1" destOrd="0" presId="urn:microsoft.com/office/officeart/2005/8/layout/chevron2"/>
    <dgm:cxn modelId="{31BFA347-4465-4212-8336-738030C98C1E}" type="presParOf" srcId="{056103B9-AC5C-4C94-B9F1-43EEEAC2F355}" destId="{92718DCC-F2A8-455C-840F-75EC4CABDDD4}" srcOrd="7" destOrd="0" presId="urn:microsoft.com/office/officeart/2005/8/layout/chevron2"/>
    <dgm:cxn modelId="{CADAA52E-2AF7-49F8-918E-CE72A9263712}" type="presParOf" srcId="{056103B9-AC5C-4C94-B9F1-43EEEAC2F355}" destId="{60ADC652-66E8-4D01-8C59-B5B9D804DECD}" srcOrd="8" destOrd="0" presId="urn:microsoft.com/office/officeart/2005/8/layout/chevron2"/>
    <dgm:cxn modelId="{06F8CC6A-535F-4E42-98D9-30DC77967540}" type="presParOf" srcId="{60ADC652-66E8-4D01-8C59-B5B9D804DECD}" destId="{597675DE-B1AC-4BCE-A537-B1D6994D03FA}" srcOrd="0" destOrd="0" presId="urn:microsoft.com/office/officeart/2005/8/layout/chevron2"/>
    <dgm:cxn modelId="{9D72C140-4F05-4605-A0FB-C6576BAA8020}" type="presParOf" srcId="{60ADC652-66E8-4D01-8C59-B5B9D804DECD}" destId="{31783FAF-9996-4EA1-A0AA-A31CB4A19BE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CD1BA4-7ACE-4529-9F62-1ED6DC8E47CB}">
      <dsp:nvSpPr>
        <dsp:cNvPr id="0" name=""/>
        <dsp:cNvSpPr/>
      </dsp:nvSpPr>
      <dsp:spPr>
        <a:xfrm>
          <a:off x="0" y="0"/>
          <a:ext cx="7543800" cy="761553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허물없는 수평적 관계나 분위기의 간담회를 통해 훈련생의 고충 발견</a:t>
          </a:r>
          <a:r>
            <a:rPr lang="en-US" altLang="ko-KR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marL="0" lvl="0" indent="0" algn="l" defTabSz="533400" latinLnBrk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고충은 잠재적</a:t>
          </a:r>
          <a:r>
            <a:rPr lang="en-US" altLang="ko-KR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내재적 성격이 강하므로 이런 모임을 통해 고충을 외부로 발산함</a:t>
          </a:r>
          <a:r>
            <a:rPr lang="en-US" altLang="ko-KR" sz="1200" b="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b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584915" y="0"/>
        <a:ext cx="5958884" cy="761553"/>
      </dsp:txXfrm>
    </dsp:sp>
    <dsp:sp modelId="{2D3D527F-E20E-4F3F-AED7-563E2A3AAE60}">
      <dsp:nvSpPr>
        <dsp:cNvPr id="0" name=""/>
        <dsp:cNvSpPr/>
      </dsp:nvSpPr>
      <dsp:spPr>
        <a:xfrm>
          <a:off x="76155" y="76155"/>
          <a:ext cx="1508760" cy="609242"/>
        </a:xfrm>
        <a:prstGeom prst="roundRect">
          <a:avLst>
            <a:gd name="adj" fmla="val 10000"/>
          </a:avLst>
        </a:prstGeom>
        <a:solidFill>
          <a:schemeClr val="bg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466FA-9979-40CD-9A45-1BEAA3E16481}">
      <dsp:nvSpPr>
        <dsp:cNvPr id="0" name=""/>
        <dsp:cNvSpPr/>
      </dsp:nvSpPr>
      <dsp:spPr>
        <a:xfrm>
          <a:off x="0" y="837708"/>
          <a:ext cx="7543800" cy="761553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훈련생 개인이 느끼는 주관적 애로사항을 찾아내는 데 있어 유용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상담전담을 두어 활용하거나 고충처리위원을 활용할 수 있음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584915" y="837708"/>
        <a:ext cx="5958884" cy="761553"/>
      </dsp:txXfrm>
    </dsp:sp>
    <dsp:sp modelId="{CF425C11-3879-4144-A68C-4B1A1C5B5E03}">
      <dsp:nvSpPr>
        <dsp:cNvPr id="0" name=""/>
        <dsp:cNvSpPr/>
      </dsp:nvSpPr>
      <dsp:spPr>
        <a:xfrm>
          <a:off x="76155" y="913864"/>
          <a:ext cx="1508760" cy="609242"/>
        </a:xfrm>
        <a:prstGeom prst="roundRect">
          <a:avLst>
            <a:gd name="adj" fmla="val 10000"/>
          </a:avLst>
        </a:prstGeom>
        <a:solidFill>
          <a:schemeClr val="bg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A86E0-5734-43FB-A0C4-BC259DA5E0C7}">
      <dsp:nvSpPr>
        <dsp:cNvPr id="0" name=""/>
        <dsp:cNvSpPr/>
      </dsp:nvSpPr>
      <dsp:spPr>
        <a:xfrm>
          <a:off x="0" y="1675417"/>
          <a:ext cx="7543800" cy="761553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대면적 접촉을 꺼리는 성격의 애로사항이 있는 경우 서면을 통한 고충 발견 효과적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익명성은 보장되지만 표현상의 한계 및 생리적으로 기피하는 경향 있음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584915" y="1675417"/>
        <a:ext cx="5958884" cy="761553"/>
      </dsp:txXfrm>
    </dsp:sp>
    <dsp:sp modelId="{3B06FE61-6F55-4D72-BF0E-99D7EC990829}">
      <dsp:nvSpPr>
        <dsp:cNvPr id="0" name=""/>
        <dsp:cNvSpPr/>
      </dsp:nvSpPr>
      <dsp:spPr>
        <a:xfrm>
          <a:off x="76155" y="1751573"/>
          <a:ext cx="1508760" cy="609242"/>
        </a:xfrm>
        <a:prstGeom prst="roundRect">
          <a:avLst>
            <a:gd name="adj" fmla="val 10000"/>
          </a:avLst>
        </a:prstGeom>
        <a:solidFill>
          <a:schemeClr val="bg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08EB8-F2FD-4CC3-ACD0-302AE1B1FD84}">
      <dsp:nvSpPr>
        <dsp:cNvPr id="0" name=""/>
        <dsp:cNvSpPr/>
      </dsp:nvSpPr>
      <dsp:spPr>
        <a:xfrm>
          <a:off x="0" y="2515046"/>
          <a:ext cx="7543800" cy="761553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소극적으로 훈련생의 고충을 기다리기 보다 고충을 훈련교사가 직접 찾는 행동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</a:p>
        <a:p>
          <a:pPr marL="0" lvl="0" indent="0" algn="l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 - </a:t>
          </a:r>
          <a:r>
            <a:rPr lang="ko-KR" altLang="en-US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관리자가 고충을 적극적으로 찾아내는 행동이 훈련생의고충해결의 실마리가 됨</a:t>
          </a:r>
          <a:r>
            <a:rPr lang="en-US" altLang="ko-KR" sz="12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2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>
        <a:off x="1584915" y="2515046"/>
        <a:ext cx="5958884" cy="761553"/>
      </dsp:txXfrm>
    </dsp:sp>
    <dsp:sp modelId="{FB5A88C7-CD74-4E32-90E4-ED06662CF464}">
      <dsp:nvSpPr>
        <dsp:cNvPr id="0" name=""/>
        <dsp:cNvSpPr/>
      </dsp:nvSpPr>
      <dsp:spPr>
        <a:xfrm>
          <a:off x="76155" y="2589281"/>
          <a:ext cx="1508760" cy="609242"/>
        </a:xfrm>
        <a:prstGeom prst="roundRect">
          <a:avLst>
            <a:gd name="adj" fmla="val 10000"/>
          </a:avLst>
        </a:prstGeom>
        <a:solidFill>
          <a:schemeClr val="bg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FCC5B-387C-4E16-9246-7350ED3D6372}">
      <dsp:nvSpPr>
        <dsp:cNvPr id="0" name=""/>
        <dsp:cNvSpPr/>
      </dsp:nvSpPr>
      <dsp:spPr>
        <a:xfrm rot="10800000">
          <a:off x="1528404" y="183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본인 자신이 문제를 인식하고 이를 도와 줄 만한 사람을 찾아 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  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의논하면서 발견</a:t>
          </a:r>
        </a:p>
      </dsp:txBody>
      <dsp:txXfrm rot="10800000">
        <a:off x="1691113" y="183"/>
        <a:ext cx="5259302" cy="650838"/>
      </dsp:txXfrm>
    </dsp:sp>
    <dsp:sp modelId="{B2927DEB-23B4-47C5-956F-1B54C77E98D9}">
      <dsp:nvSpPr>
        <dsp:cNvPr id="0" name=""/>
        <dsp:cNvSpPr/>
      </dsp:nvSpPr>
      <dsp:spPr>
        <a:xfrm>
          <a:off x="1202984" y="183"/>
          <a:ext cx="650838" cy="650838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A984B4-ECB5-4C51-B491-62A1FB6C3602}">
      <dsp:nvSpPr>
        <dsp:cNvPr id="0" name=""/>
        <dsp:cNvSpPr/>
      </dsp:nvSpPr>
      <dsp:spPr>
        <a:xfrm rot="10800000">
          <a:off x="1528404" y="845302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자신의 문제를 인식하지 않고 자신의 갈등을 해결하기 위한 방법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건전한 건의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제언 또는 요구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포기표명 등으로 나타남</a:t>
          </a:r>
        </a:p>
      </dsp:txBody>
      <dsp:txXfrm rot="10800000">
        <a:off x="1691113" y="845302"/>
        <a:ext cx="5259302" cy="650838"/>
      </dsp:txXfrm>
    </dsp:sp>
    <dsp:sp modelId="{B2FE7ED7-79E1-4C5D-9DA1-7181FC1F5A65}">
      <dsp:nvSpPr>
        <dsp:cNvPr id="0" name=""/>
        <dsp:cNvSpPr/>
      </dsp:nvSpPr>
      <dsp:spPr>
        <a:xfrm>
          <a:off x="1202984" y="845302"/>
          <a:ext cx="650838" cy="65083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0E93D9-6BC0-455F-A2EE-3D107587FF6D}">
      <dsp:nvSpPr>
        <dsp:cNvPr id="0" name=""/>
        <dsp:cNvSpPr/>
      </dsp:nvSpPr>
      <dsp:spPr>
        <a:xfrm rot="10800000">
          <a:off x="1528404" y="1690421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 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본인 스스로가 매우 방어적이어서 전혀 문제를 느끼지 못하는 경우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요즘 괜찮아요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?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등의 부드러운 관심표명에 상대방이 찾아올 수 있음</a:t>
          </a:r>
        </a:p>
      </dsp:txBody>
      <dsp:txXfrm rot="10800000">
        <a:off x="1691113" y="1690421"/>
        <a:ext cx="5259302" cy="650838"/>
      </dsp:txXfrm>
    </dsp:sp>
    <dsp:sp modelId="{B54C53B0-D541-4A0F-A58E-037182CB2A33}">
      <dsp:nvSpPr>
        <dsp:cNvPr id="0" name=""/>
        <dsp:cNvSpPr/>
      </dsp:nvSpPr>
      <dsp:spPr>
        <a:xfrm>
          <a:off x="1202984" y="1690421"/>
          <a:ext cx="650838" cy="650838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8B55F2-E7A2-4F55-9581-36BDB5188318}">
      <dsp:nvSpPr>
        <dsp:cNvPr id="0" name=""/>
        <dsp:cNvSpPr/>
      </dsp:nvSpPr>
      <dsp:spPr>
        <a:xfrm rot="10800000">
          <a:off x="1528404" y="2535540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본인이 매우 고통을 겪으면서도 표면적으로 거의 나타내지 않는 경우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혼자 방황하고 속으로만 갈등과 고민에 빠진 경우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</dsp:txBody>
      <dsp:txXfrm rot="10800000">
        <a:off x="1691113" y="2535540"/>
        <a:ext cx="5259302" cy="650838"/>
      </dsp:txXfrm>
    </dsp:sp>
    <dsp:sp modelId="{6ED326D6-AE8C-4376-9BA4-30C5FFD7293C}">
      <dsp:nvSpPr>
        <dsp:cNvPr id="0" name=""/>
        <dsp:cNvSpPr/>
      </dsp:nvSpPr>
      <dsp:spPr>
        <a:xfrm>
          <a:off x="1202984" y="2535540"/>
          <a:ext cx="650838" cy="65083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1C207-585C-4EC2-95C9-3B8B2526470E}">
      <dsp:nvSpPr>
        <dsp:cNvPr id="0" name=""/>
        <dsp:cNvSpPr/>
      </dsp:nvSpPr>
      <dsp:spPr>
        <a:xfrm rot="10800000">
          <a:off x="1528404" y="3380659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본인이 문제의 원인을 알고 있으면서도 회피하는 데 익숙해진 경우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그 </a:t>
          </a:r>
          <a:r>
            <a:rPr lang="ko-KR" altLang="en-US" sz="1200" kern="1200" dirty="0" err="1">
              <a:latin typeface="HY헤드라인M" pitchFamily="18" charset="-127"/>
              <a:ea typeface="HY헤드라인M" pitchFamily="18" charset="-127"/>
            </a:rPr>
            <a:t>자신안에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 가지고 있는 </a:t>
          </a:r>
          <a:r>
            <a:rPr lang="ko-KR" altLang="en-US" sz="1200" kern="1200" dirty="0" err="1">
              <a:latin typeface="HY헤드라인M" pitchFamily="18" charset="-127"/>
              <a:ea typeface="HY헤드라인M" pitchFamily="18" charset="-127"/>
            </a:rPr>
            <a:t>해소되지않은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 갈등을 이미 가지고 있는 경우</a:t>
          </a:r>
        </a:p>
      </dsp:txBody>
      <dsp:txXfrm rot="10800000">
        <a:off x="1691113" y="3380659"/>
        <a:ext cx="5259302" cy="650838"/>
      </dsp:txXfrm>
    </dsp:sp>
    <dsp:sp modelId="{377250A5-7735-4698-B10F-B689D20908AB}">
      <dsp:nvSpPr>
        <dsp:cNvPr id="0" name=""/>
        <dsp:cNvSpPr/>
      </dsp:nvSpPr>
      <dsp:spPr>
        <a:xfrm>
          <a:off x="1202984" y="3380659"/>
          <a:ext cx="650838" cy="65083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B8064B-5A58-4A70-88C1-C629E8D4690F}">
      <dsp:nvSpPr>
        <dsp:cNvPr id="0" name=""/>
        <dsp:cNvSpPr/>
      </dsp:nvSpPr>
      <dsp:spPr>
        <a:xfrm rot="10800000">
          <a:off x="1528404" y="4225778"/>
          <a:ext cx="5422011" cy="650838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7002" tIns="45720" rIns="85344" bIns="45720" numCol="1" spcCol="1270" anchor="ctr" anchorCtr="0">
          <a:noAutofit/>
        </a:bodyPr>
        <a:lstStyle/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작은 일을 확대해석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혼자만의 생각을 사실로 몰입하는 경우</a:t>
          </a:r>
          <a:endParaRPr lang="en-US" altLang="ko-KR" sz="1200" kern="1200" dirty="0">
            <a:latin typeface="HY헤드라인M" pitchFamily="18" charset="-127"/>
            <a:ea typeface="HY헤드라인M" pitchFamily="18" charset="-127"/>
          </a:endParaRPr>
        </a:p>
        <a:p>
          <a:pPr marL="0" lvl="0" indent="0" algn="just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-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원인이 분명치 않은 경우</a:t>
          </a:r>
          <a:r>
            <a:rPr lang="en-US" altLang="ko-KR" sz="1200" kern="1200" dirty="0"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200" kern="1200" dirty="0">
              <a:latin typeface="HY헤드라인M" pitchFamily="18" charset="-127"/>
              <a:ea typeface="HY헤드라인M" pitchFamily="18" charset="-127"/>
            </a:rPr>
            <a:t>현실감각이 결여된 경우</a:t>
          </a:r>
        </a:p>
      </dsp:txBody>
      <dsp:txXfrm rot="10800000">
        <a:off x="1691113" y="4225778"/>
        <a:ext cx="5259302" cy="650838"/>
      </dsp:txXfrm>
    </dsp:sp>
    <dsp:sp modelId="{3CD0D4B7-76F7-4032-B0E4-B74BFAB5B1F7}">
      <dsp:nvSpPr>
        <dsp:cNvPr id="0" name=""/>
        <dsp:cNvSpPr/>
      </dsp:nvSpPr>
      <dsp:spPr>
        <a:xfrm>
          <a:off x="1202984" y="4225778"/>
          <a:ext cx="650838" cy="650838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6001F-3100-4711-BB7C-F78C5F3DBE46}">
      <dsp:nvSpPr>
        <dsp:cNvPr id="0" name=""/>
        <dsp:cNvSpPr/>
      </dsp:nvSpPr>
      <dsp:spPr>
        <a:xfrm rot="5400000">
          <a:off x="-142205" y="143739"/>
          <a:ext cx="948035" cy="663624"/>
        </a:xfrm>
        <a:prstGeom prst="chevron">
          <a:avLst/>
        </a:prstGeom>
        <a:solidFill>
          <a:srgbClr val="00206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1</a:t>
          </a:r>
          <a:endParaRPr lang="ko-KR" altLang="en-US" sz="14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 rot="-5400000">
        <a:off x="1" y="333345"/>
        <a:ext cx="663624" cy="284411"/>
      </dsp:txXfrm>
    </dsp:sp>
    <dsp:sp modelId="{6E37F77B-49C2-4677-BAE6-3ABDBAACFD56}">
      <dsp:nvSpPr>
        <dsp:cNvPr id="0" name=""/>
        <dsp:cNvSpPr/>
      </dsp:nvSpPr>
      <dsp:spPr>
        <a:xfrm rot="5400000">
          <a:off x="4176600" y="-3511442"/>
          <a:ext cx="616222" cy="7642175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고충상담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[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훈련상담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직업상담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] :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상담도중 발견한 경미한 고충사항은 즉시처리하고 보고 및 결재가 필요한 사항은 문서화하여 절차를 거처 최대한 빨리 처리한다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kern="12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sp:txBody>
      <dsp:txXfrm rot="-5400000">
        <a:off x="663624" y="31615"/>
        <a:ext cx="7612094" cy="556060"/>
      </dsp:txXfrm>
    </dsp:sp>
    <dsp:sp modelId="{EAB07304-36A7-4934-82F7-75CB2508B64D}">
      <dsp:nvSpPr>
        <dsp:cNvPr id="0" name=""/>
        <dsp:cNvSpPr/>
      </dsp:nvSpPr>
      <dsp:spPr>
        <a:xfrm rot="5400000">
          <a:off x="-142205" y="972763"/>
          <a:ext cx="948035" cy="663624"/>
        </a:xfrm>
        <a:prstGeom prst="chevron">
          <a:avLst/>
        </a:prstGeom>
        <a:solidFill>
          <a:srgbClr val="00206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2</a:t>
          </a:r>
          <a:endParaRPr lang="ko-KR" altLang="en-US" sz="14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 rot="-5400000">
        <a:off x="1" y="1162369"/>
        <a:ext cx="663624" cy="284411"/>
      </dsp:txXfrm>
    </dsp:sp>
    <dsp:sp modelId="{A5D0F36F-D7A8-4132-ADE4-B5355B33412C}">
      <dsp:nvSpPr>
        <dsp:cNvPr id="0" name=""/>
        <dsp:cNvSpPr/>
      </dsp:nvSpPr>
      <dsp:spPr>
        <a:xfrm rot="5400000">
          <a:off x="4176600" y="-2682418"/>
          <a:ext cx="616222" cy="7642175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훈련생대표간담회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훈련과정의 대표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2</a:t>
          </a:r>
          <a:r>
            <a:rPr lang="ko-KR" altLang="en-US" sz="1400" kern="12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인이상을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대상으로 연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1~2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회 이상 실시하여 고충사항 뿐만이 아니라 훈련수행수범사례를 발표하고 벤치마킹을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할 수 있도록 한다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 </a:t>
          </a:r>
        </a:p>
      </dsp:txBody>
      <dsp:txXfrm rot="-5400000">
        <a:off x="663624" y="860639"/>
        <a:ext cx="7612094" cy="556060"/>
      </dsp:txXfrm>
    </dsp:sp>
    <dsp:sp modelId="{AAF54069-3FA8-4D4A-B55F-436AE727402F}">
      <dsp:nvSpPr>
        <dsp:cNvPr id="0" name=""/>
        <dsp:cNvSpPr/>
      </dsp:nvSpPr>
      <dsp:spPr>
        <a:xfrm rot="5400000">
          <a:off x="-142205" y="1801787"/>
          <a:ext cx="948035" cy="663624"/>
        </a:xfrm>
        <a:prstGeom prst="chevron">
          <a:avLst/>
        </a:prstGeom>
        <a:solidFill>
          <a:srgbClr val="00206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3</a:t>
          </a:r>
          <a:endParaRPr lang="ko-KR" altLang="en-US" sz="14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 rot="-5400000">
        <a:off x="1" y="1991393"/>
        <a:ext cx="663624" cy="284411"/>
      </dsp:txXfrm>
    </dsp:sp>
    <dsp:sp modelId="{FB0FC78F-6DFB-412E-83E7-760475B50596}">
      <dsp:nvSpPr>
        <dsp:cNvPr id="0" name=""/>
        <dsp:cNvSpPr/>
      </dsp:nvSpPr>
      <dsp:spPr>
        <a:xfrm rot="5400000">
          <a:off x="4176600" y="-1853393"/>
          <a:ext cx="616222" cy="7642175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훈련생설문조사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훈련과정 시작 초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/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중반에 설문조사를 실시하여 교수방법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학습방법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건의사항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애로사항 등의 의견을 수렴하여 시정하고 보완하여 쾌적한 훈련환경을 조성한다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kern="12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sp:txBody>
      <dsp:txXfrm rot="-5400000">
        <a:off x="663624" y="1689664"/>
        <a:ext cx="7612094" cy="556060"/>
      </dsp:txXfrm>
    </dsp:sp>
    <dsp:sp modelId="{DCF954F3-0A79-45CC-A47A-3D775358479E}">
      <dsp:nvSpPr>
        <dsp:cNvPr id="0" name=""/>
        <dsp:cNvSpPr/>
      </dsp:nvSpPr>
      <dsp:spPr>
        <a:xfrm rot="5400000">
          <a:off x="-142205" y="2630811"/>
          <a:ext cx="948035" cy="663624"/>
        </a:xfrm>
        <a:prstGeom prst="chevron">
          <a:avLst/>
        </a:prstGeom>
        <a:solidFill>
          <a:srgbClr val="00206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4</a:t>
          </a:r>
          <a:endParaRPr lang="ko-KR" altLang="en-US" sz="14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 rot="-5400000">
        <a:off x="1" y="2820417"/>
        <a:ext cx="663624" cy="284411"/>
      </dsp:txXfrm>
    </dsp:sp>
    <dsp:sp modelId="{79FA7F86-002C-4DDD-A30B-1EE278B97E28}">
      <dsp:nvSpPr>
        <dsp:cNvPr id="0" name=""/>
        <dsp:cNvSpPr/>
      </dsp:nvSpPr>
      <dsp:spPr>
        <a:xfrm rot="5400000">
          <a:off x="4176600" y="-1024369"/>
          <a:ext cx="616222" cy="7642175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건의함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휴게실 또는 로비에 건의함을 설치하여 훈련생이 자유롭게 의견제시 및 건의할 수 있게 하여 숨어있는 의견을 끌어낼 수 있게 한다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kern="12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sp:txBody>
      <dsp:txXfrm rot="-5400000">
        <a:off x="663624" y="2518688"/>
        <a:ext cx="7612094" cy="556060"/>
      </dsp:txXfrm>
    </dsp:sp>
    <dsp:sp modelId="{597675DE-B1AC-4BCE-A537-B1D6994D03FA}">
      <dsp:nvSpPr>
        <dsp:cNvPr id="0" name=""/>
        <dsp:cNvSpPr/>
      </dsp:nvSpPr>
      <dsp:spPr>
        <a:xfrm rot="5400000">
          <a:off x="-142205" y="3459836"/>
          <a:ext cx="948035" cy="663624"/>
        </a:xfrm>
        <a:prstGeom prst="chevron">
          <a:avLst/>
        </a:prstGeom>
        <a:solidFill>
          <a:srgbClr val="002060"/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전략</a:t>
          </a:r>
          <a:r>
            <a:rPr lang="en-US" altLang="ko-KR" sz="1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rPr>
            <a:t>5</a:t>
          </a:r>
          <a:endParaRPr lang="ko-KR" altLang="en-US" sz="1400" b="1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HY헤드라인M" pitchFamily="18" charset="-127"/>
            <a:ea typeface="HY헤드라인M" pitchFamily="18" charset="-127"/>
          </a:endParaRPr>
        </a:p>
      </dsp:txBody>
      <dsp:txXfrm rot="-5400000">
        <a:off x="1" y="3649442"/>
        <a:ext cx="663624" cy="284411"/>
      </dsp:txXfrm>
    </dsp:sp>
    <dsp:sp modelId="{31783FAF-9996-4EA1-A0AA-A31CB4A19BE7}">
      <dsp:nvSpPr>
        <dsp:cNvPr id="0" name=""/>
        <dsp:cNvSpPr/>
      </dsp:nvSpPr>
      <dsp:spPr>
        <a:xfrm rot="5400000">
          <a:off x="4176600" y="-195345"/>
          <a:ext cx="616222" cy="7642175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8890" rIns="8890" bIns="8890" numCol="1" spcCol="1270" anchor="ctr" anchorCtr="0">
          <a:noAutofit/>
        </a:bodyPr>
        <a:lstStyle/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직접건의 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: </a:t>
          </a:r>
          <a:r>
            <a:rPr lang="ko-KR" altLang="en-US" sz="1400" kern="12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훈련교강사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또는 훈련운영직원에 직접 건의하여 고충원인을 신속히 파악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처리할 수 있게 </a:t>
          </a:r>
          <a:r>
            <a:rPr lang="ko-KR" altLang="en-US" sz="1400" kern="1200" dirty="0" err="1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훈련교강사와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 훈련운영직원은 항시 귀를 열어두고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, </a:t>
          </a:r>
          <a:r>
            <a:rPr lang="ko-KR" altLang="en-US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훈련생들을 유심히 관찰한다</a:t>
          </a:r>
          <a:r>
            <a:rPr lang="en-US" altLang="ko-KR" sz="1400" kern="12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rPr>
            <a:t>.</a:t>
          </a:r>
          <a:endParaRPr lang="ko-KR" altLang="en-US" sz="1400" kern="1200" dirty="0">
            <a:solidFill>
              <a:schemeClr val="bg1"/>
            </a:solidFill>
            <a:latin typeface="HY헤드라인M" pitchFamily="18" charset="-127"/>
            <a:ea typeface="HY헤드라인M" pitchFamily="18" charset="-127"/>
          </a:endParaRPr>
        </a:p>
      </dsp:txBody>
      <dsp:txXfrm rot="-5400000">
        <a:off x="663624" y="3347712"/>
        <a:ext cx="7612094" cy="556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#1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7856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EB09AD5-5344-45A3-B20D-C47D4582ED3E}" type="datetimeFigureOut">
              <a:rPr lang="ko-KR" altLang="en-US"/>
              <a:pPr>
                <a:defRPr/>
              </a:pPr>
              <a:t>2023-08-07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7856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D873F1F-3EE4-4DAC-B054-E6A1D709FC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949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7856" y="0"/>
            <a:ext cx="2974961" cy="500833"/>
          </a:xfrm>
          <a:prstGeom prst="rect">
            <a:avLst/>
          </a:prstGeom>
        </p:spPr>
        <p:txBody>
          <a:bodyPr vert="horz" lIns="96332" tIns="48167" rIns="96332" bIns="48167" rtlCol="0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01E5CCD-0193-4CC9-B8B8-9DCDF764B89B}" type="datetimeFigureOut">
              <a:rPr lang="ko-KR" altLang="en-US"/>
              <a:pPr>
                <a:defRPr/>
              </a:pPr>
              <a:t>2023-08-07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50888"/>
            <a:ext cx="4997450" cy="37480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32" tIns="48167" rIns="96332" bIns="4816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22" y="4747828"/>
            <a:ext cx="5492707" cy="4498187"/>
          </a:xfrm>
          <a:prstGeom prst="rect">
            <a:avLst/>
          </a:prstGeom>
        </p:spPr>
        <p:txBody>
          <a:bodyPr vert="horz" lIns="96332" tIns="48167" rIns="96332" bIns="48167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l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7856" y="9494105"/>
            <a:ext cx="2974961" cy="500832"/>
          </a:xfrm>
          <a:prstGeom prst="rect">
            <a:avLst/>
          </a:prstGeom>
        </p:spPr>
        <p:txBody>
          <a:bodyPr vert="horz" lIns="96332" tIns="48167" rIns="96332" bIns="48167" rtlCol="0" anchor="b"/>
          <a:lstStyle>
            <a:lvl1pPr algn="r">
              <a:defRPr sz="13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66CA663-939A-4349-9469-6CA9387ECC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6268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603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038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66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96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433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37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899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897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539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68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87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953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6CA663-939A-4349-9469-6CA9387ECC65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519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F39A507-16FA-42FF-A34F-E147D3AFCA6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B8737EF-0712-49D0-A2B2-5DD038798CE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11" name="Rectangle 1488"/>
          <p:cNvSpPr>
            <a:spLocks noChangeArrowheads="1"/>
          </p:cNvSpPr>
          <p:nvPr userDrawn="1"/>
        </p:nvSpPr>
        <p:spPr bwMode="gray">
          <a:xfrm>
            <a:off x="0" y="590550"/>
            <a:ext cx="9144000" cy="434975"/>
          </a:xfrm>
          <a:prstGeom prst="rect">
            <a:avLst/>
          </a:prstGeom>
          <a:gradFill rotWithShape="1">
            <a:gsLst>
              <a:gs pos="0">
                <a:srgbClr val="03060A"/>
              </a:gs>
              <a:gs pos="100000">
                <a:srgbClr val="336699"/>
              </a:gs>
            </a:gsLst>
            <a:lin ang="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ko-KR" altLang="en-US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13" name="Group 1489"/>
          <p:cNvGrpSpPr>
            <a:grpSpLocks/>
          </p:cNvGrpSpPr>
          <p:nvPr userDrawn="1"/>
        </p:nvGrpSpPr>
        <p:grpSpPr bwMode="auto">
          <a:xfrm>
            <a:off x="0" y="-39688"/>
            <a:ext cx="9144000" cy="625476"/>
            <a:chOff x="0" y="-1"/>
            <a:chExt cx="5760" cy="392"/>
          </a:xfrm>
        </p:grpSpPr>
        <p:pic>
          <p:nvPicPr>
            <p:cNvPr id="14" name="Picture 1490" descr="GlobalGreen_3 copy"/>
            <p:cNvPicPr>
              <a:picLocks noChangeAspect="1" noChangeArrowheads="1"/>
            </p:cNvPicPr>
            <p:nvPr userDrawn="1"/>
          </p:nvPicPr>
          <p:blipFill>
            <a:blip r:embed="rId5" cstate="print"/>
            <a:srcRect t="2975" b="54944"/>
            <a:stretch>
              <a:fillRect/>
            </a:stretch>
          </p:blipFill>
          <p:spPr bwMode="gray">
            <a:xfrm>
              <a:off x="0" y="-1"/>
              <a:ext cx="5760" cy="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Rectangle 1491"/>
            <p:cNvSpPr>
              <a:spLocks noChangeArrowheads="1"/>
            </p:cNvSpPr>
            <p:nvPr userDrawn="1"/>
          </p:nvSpPr>
          <p:spPr bwMode="gray">
            <a:xfrm>
              <a:off x="0" y="346"/>
              <a:ext cx="5760" cy="45"/>
            </a:xfrm>
            <a:prstGeom prst="rect">
              <a:avLst/>
            </a:prstGeom>
            <a:gradFill rotWithShape="1">
              <a:gsLst>
                <a:gs pos="0">
                  <a:schemeClr val="bg2">
                    <a:gamma/>
                    <a:shade val="46275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00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9" r:id="rId2"/>
  </p:sldLayoutIdLst>
  <p:txStyles>
    <p:titleStyle>
      <a:lvl1pPr algn="r" defTabSz="914400" rtl="0" eaLnBrk="1" latinLnBrk="1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1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1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9"/>
          <p:cNvSpPr>
            <a:spLocks noChangeArrowheads="1"/>
          </p:cNvSpPr>
          <p:nvPr/>
        </p:nvSpPr>
        <p:spPr bwMode="ltGray">
          <a:xfrm>
            <a:off x="0" y="3648075"/>
            <a:ext cx="9144000" cy="390525"/>
          </a:xfrm>
          <a:prstGeom prst="rect">
            <a:avLst/>
          </a:prstGeom>
          <a:gradFill rotWithShape="1">
            <a:gsLst>
              <a:gs pos="0">
                <a:schemeClr val="bg2">
                  <a:gamma/>
                  <a:shade val="87843"/>
                  <a:invGamma/>
                  <a:alpha val="60001"/>
                </a:schemeClr>
              </a:gs>
              <a:gs pos="100000">
                <a:schemeClr val="bg2">
                  <a:alpha val="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ltGray">
          <a:xfrm flipV="1">
            <a:off x="0" y="2438400"/>
            <a:ext cx="9144000" cy="1214438"/>
          </a:xfrm>
          <a:prstGeom prst="rect">
            <a:avLst/>
          </a:prstGeom>
          <a:gradFill rotWithShape="1">
            <a:gsLst>
              <a:gs pos="0">
                <a:srgbClr val="182F47"/>
              </a:gs>
              <a:gs pos="100000">
                <a:srgbClr val="336699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>
              <a:defRPr/>
            </a:pPr>
            <a:endParaRPr lang="ko-KR" altLang="ko-KR" sz="1000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83" name="Text Box 8"/>
          <p:cNvSpPr txBox="1">
            <a:spLocks noChangeArrowheads="1"/>
          </p:cNvSpPr>
          <p:nvPr/>
        </p:nvSpPr>
        <p:spPr bwMode="auto">
          <a:xfrm>
            <a:off x="-2309" y="2809337"/>
            <a:ext cx="8991600" cy="52322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>
                <a:alpha val="50000"/>
              </a:schemeClr>
            </a:outerShdw>
          </a:effec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2800" dirty="0">
                <a:solidFill>
                  <a:schemeClr val="bg1"/>
                </a:solidFill>
                <a:effectLst/>
                <a:latin typeface="+mj-ea"/>
                <a:ea typeface="+mj-ea"/>
              </a:rPr>
              <a:t>  </a:t>
            </a:r>
            <a:r>
              <a:rPr lang="en-US" altLang="ko-KR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2023</a:t>
            </a:r>
            <a:r>
              <a:rPr lang="ko-KR" altLang="en-US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년</a:t>
            </a:r>
            <a:r>
              <a:rPr lang="en-US" altLang="ko-KR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수강생</a:t>
            </a:r>
            <a:r>
              <a:rPr lang="en-US" altLang="ko-KR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훈련생</a:t>
            </a:r>
            <a:r>
              <a:rPr lang="en-US" altLang="ko-KR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)</a:t>
            </a:r>
            <a:r>
              <a:rPr lang="ko-KR" altLang="en-US" sz="2800" dirty="0">
                <a:solidFill>
                  <a:schemeClr val="bg1"/>
                </a:solidFill>
                <a:effectLst/>
                <a:latin typeface="HY견고딕" pitchFamily="18" charset="-127"/>
                <a:ea typeface="HY견고딕" pitchFamily="18" charset="-127"/>
              </a:rPr>
              <a:t> 상담 및 고충처리계획서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4A2D53E-6113-B13C-8BA0-D613EAEE5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578" y="432122"/>
            <a:ext cx="1473200" cy="12474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25F331F-4C67-6C31-65FC-888BB08AE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373687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63C0658-9EA3-7818-6FDC-CA9880DE3623}"/>
              </a:ext>
            </a:extLst>
          </p:cNvPr>
          <p:cNvGrpSpPr/>
          <p:nvPr/>
        </p:nvGrpSpPr>
        <p:grpSpPr>
          <a:xfrm>
            <a:off x="2819400" y="5759449"/>
            <a:ext cx="9780778" cy="341503"/>
            <a:chOff x="2411222" y="5830697"/>
            <a:chExt cx="9780778" cy="341503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F0D1F76B-6B98-9304-E50D-C6E05041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6172200"/>
              <a:ext cx="9144000" cy="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600" b="1" i="0" u="none" strike="noStrike" cap="none" normalizeH="0" baseline="0" dirty="0" err="1">
                  <a:ln>
                    <a:noFill/>
                  </a:ln>
                  <a:solidFill>
                    <a:srgbClr val="203A7B"/>
                  </a:solidFill>
                  <a:effectLst/>
                  <a:latin typeface="함초롬바탕" panose="02030604000101010101" pitchFamily="18" charset="-127"/>
                  <a:ea typeface="한컴 윤고딕 230"/>
                </a:rPr>
                <a:t>에듀컴퓨터교육학원</a:t>
              </a:r>
              <a:endParaRPr kumimoji="0" lang="ko-KR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1" name="Picture 1">
              <a:extLst>
                <a:ext uri="{FF2B5EF4-FFF2-40B4-BE49-F238E27FC236}">
                  <a16:creationId xmlns:a16="http://schemas.microsoft.com/office/drawing/2014/main" id="{6148D005-27A2-5595-53D2-B965416EE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2646"/>
            <a:stretch>
              <a:fillRect/>
            </a:stretch>
          </p:blipFill>
          <p:spPr>
            <a:xfrm>
              <a:off x="2411222" y="5830697"/>
              <a:ext cx="636778" cy="341503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3265488" y="1664758"/>
            <a:ext cx="2601912" cy="688975"/>
            <a:chOff x="2433" y="890"/>
            <a:chExt cx="1936" cy="300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433" y="890"/>
              <a:ext cx="1936" cy="23"/>
            </a:xfrm>
            <a:prstGeom prst="rect">
              <a:avLst/>
            </a:prstGeom>
            <a:solidFill>
              <a:srgbClr val="CBBCAD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2434" y="1167"/>
              <a:ext cx="1935" cy="23"/>
            </a:xfrm>
            <a:prstGeom prst="rect">
              <a:avLst/>
            </a:prstGeom>
            <a:solidFill>
              <a:srgbClr val="CBBCAD"/>
            </a:solidFill>
            <a:ln>
              <a:noFill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2527" y="953"/>
              <a:ext cx="1758" cy="17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>
                <a:defRPr/>
              </a:pPr>
              <a:r>
                <a:rPr lang="en-US" altLang="ko-KR" sz="2000" b="1" dirty="0">
                  <a:latin typeface="+mj-ea"/>
                  <a:ea typeface="+mj-ea"/>
                </a:rPr>
                <a:t>C O N T E N T S</a:t>
              </a:r>
            </a:p>
          </p:txBody>
        </p:sp>
      </p:grpSp>
      <p:sp>
        <p:nvSpPr>
          <p:cNvPr id="16" name="AutoShape 8"/>
          <p:cNvSpPr>
            <a:spLocks noChangeArrowheads="1"/>
          </p:cNvSpPr>
          <p:nvPr/>
        </p:nvSpPr>
        <p:spPr bwMode="gray">
          <a:xfrm>
            <a:off x="2133600" y="2743200"/>
            <a:ext cx="4724400" cy="36576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1C3D5A"/>
              </a:gs>
              <a:gs pos="50000">
                <a:srgbClr val="3D83C3"/>
              </a:gs>
              <a:gs pos="100000">
                <a:srgbClr val="1C3D5A"/>
              </a:gs>
            </a:gsLst>
            <a:lin ang="5400000" scaled="1"/>
          </a:gradFill>
          <a:ln w="38100">
            <a:solidFill>
              <a:schemeClr val="bg1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 marL="533400" algn="just">
              <a:defRPr/>
            </a:pP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   Ⅰ.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고충처리의 정의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   Ⅱ.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고충처리제도의 의의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   Ⅲ.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고충처리제도의 비활성화 원인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   Ⅳ.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고충의 유형과 원인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600" dirty="0">
                <a:solidFill>
                  <a:schemeClr val="bg1"/>
                </a:solidFill>
                <a:latin typeface="+mj-ea"/>
                <a:ea typeface="+mj-ea"/>
              </a:rPr>
              <a:t>   Ⅴ. </a:t>
            </a:r>
            <a:r>
              <a:rPr lang="ko-KR" altLang="en-US" sz="1600" dirty="0">
                <a:solidFill>
                  <a:schemeClr val="bg1"/>
                </a:solidFill>
                <a:latin typeface="+mj-ea"/>
                <a:ea typeface="+mj-ea"/>
              </a:rPr>
              <a:t>추진전략</a:t>
            </a:r>
            <a:endParaRPr lang="en-US" altLang="ko-KR" sz="16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       - 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단계별 고충처리 모델</a:t>
            </a:r>
            <a:endParaRPr lang="en-US" altLang="ko-KR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       - 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고충처리방법</a:t>
            </a:r>
            <a:endParaRPr lang="en-US" altLang="ko-KR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       - 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고충처리의 일반원칙</a:t>
            </a:r>
            <a:endParaRPr lang="en-US" altLang="ko-KR" sz="1400" dirty="0">
              <a:solidFill>
                <a:schemeClr val="bg1"/>
              </a:solidFill>
              <a:latin typeface="+mj-ea"/>
              <a:ea typeface="+mj-ea"/>
            </a:endParaRPr>
          </a:p>
          <a:p>
            <a:pPr marL="533400" algn="just">
              <a:defRPr/>
            </a:pP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       - </a:t>
            </a:r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고충상담 단계별 프로세스</a:t>
            </a:r>
            <a:endParaRPr lang="en-US" altLang="ko-KR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Ⅰ. </a:t>
            </a:r>
            <a:r>
              <a:rPr lang="ko-KR" altLang="en-US" dirty="0">
                <a:solidFill>
                  <a:schemeClr val="bg1"/>
                </a:solidFill>
              </a:rPr>
              <a:t>고충처리의 정의</a:t>
            </a:r>
          </a:p>
        </p:txBody>
      </p:sp>
      <p:grpSp>
        <p:nvGrpSpPr>
          <p:cNvPr id="19" name="그룹 9"/>
          <p:cNvGrpSpPr/>
          <p:nvPr/>
        </p:nvGrpSpPr>
        <p:grpSpPr>
          <a:xfrm>
            <a:off x="304800" y="1142999"/>
            <a:ext cx="8610600" cy="5562600"/>
            <a:chOff x="4932040" y="4581128"/>
            <a:chExt cx="3929090" cy="2009871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2009871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고충처리의 정의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4"/>
              <a:ext cx="3785651" cy="1777062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고충처리의 정의는 다양할 수 있으나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“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미취업생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취업생의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제반고충을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해결하려는 일련의 노력과정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으로 간단히 정의할 수 있음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고충처리는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“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교내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에서 다루어진다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훈련생이 갖는 고충이 소속 교내 문제로만 국한되지는 않지만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고충처리는 소속교육   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훈련장이 주체가 된다고 볼 수 있다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(2)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고충처리의 대상자는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“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훈련생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학원의 경우에도 정부와 관련된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여러가지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고충을 가질 수 있겠으나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상대적으로 자율 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해결능력이 제한된 훈련생이 이 제도의 처리대상자가 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(3)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고충처리는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“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해결하려는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노력과정이다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고충처리의 대상이 된 모든 고충이 해결될 수 있는 성격이 아니기 때문에 고충처리제도를 통해 해결될 수 있는 것과 없는 것이 있을 수 있게 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(4)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고충처리는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“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일련의 노력과정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 algn="just">
                <a:lnSpc>
                  <a:spcPct val="110000"/>
                </a:lnSpc>
              </a:pP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고충처리는 한번에 그치는 일과성적인 것이 아니라 지속적으로 다루어지는 과정의 연속이라 하겠다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Ⅱ. </a:t>
            </a:r>
            <a:r>
              <a:rPr lang="ko-KR" altLang="en-US" dirty="0">
                <a:solidFill>
                  <a:schemeClr val="bg1"/>
                </a:solidFill>
              </a:rPr>
              <a:t>고충처리제도의 의의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3000"/>
            <a:ext cx="8610600" cy="5181599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고충처리제도의 의의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4"/>
              <a:ext cx="3785651" cy="16703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10000"/>
                </a:lnSpc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과거 훈련생 관리는 권위주의적이고 기능주의적 관리였던 반면에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현재는 개인에 대한 관심과 배려중심의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인간관계론적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훈련생관리로 전환됨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algn="just">
                <a:lnSpc>
                  <a:spcPct val="110000"/>
                </a:lnSpc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 algn="just">
                <a:lnSpc>
                  <a:spcPct val="110000"/>
                </a:lnSpc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상호협력적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자조적능력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회복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이제까지 직업능력개발훈련 운영과 책임이 전적으로 훈련기관에만 의존해 있어 사실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 조직내의 상호 협력적 노력이나 자조능력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en-US" altLang="ko-KR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selp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help)dl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거의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상실되어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온것이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사실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그러나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고충처리제도를 통한 인간적 대화와 의사소통의 기회는 훈련기관과 훈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련생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간에 서로 역지사지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易地思之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의 이해를 갖게 하며 신뢰관계의 회복과 직업능력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개발의 활성화를 위한 상호협력의 자조적 능력을 회복 하는 데 도움을 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>
                <a:buAutoNum type="arabicParenBoth" startAt="2"/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인간관계론적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관리와 회복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훈련현장에서 시설환경과 기술훈련수준보다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인간관꼐가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훈련효율성에 더 높은 영향을 준다는 사실은 이미 알고 있다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그 동안의 기능적인 기계적 관리에서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인간관계론적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관리로 자연스럽게 전환할 수 있는 계기와 기초를 마련해 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(3)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직업훈련실적 향상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 개인의 훈련의욕 향상이나 합리적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이성적 능력의 활성화는 자연적으로 직업훈련을 질적으로 향상시키게 됨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Ⅱ. </a:t>
            </a:r>
            <a:r>
              <a:rPr lang="ko-KR" altLang="en-US" dirty="0">
                <a:solidFill>
                  <a:schemeClr val="bg1"/>
                </a:solidFill>
              </a:rPr>
              <a:t>고충처리제도의 의의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3000"/>
            <a:ext cx="8610600" cy="5181599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고충처리제도의 의의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4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(4)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개인의 훈련의욕 향상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인간은 어떤 이유에서든 감정적 정서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(pathos)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인정되지 못하면 이성적 판단능력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(logos)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 저하된다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고충처리제도가 활성화 될 경우 훈련생 개인이 비록 주관적인 문제일지라도 마음의 불만과 고통을 충분히 나눌 수 있게 되므로 감정적 정서가 안정됨으로 인하여 합리적이며 이성적 능력이 활성화되고 개인의 훈련의욕이 향상될 수 있음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(5)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문제예방적 차원의 활성화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이제까지 직업훈련운영에 있어서 문제가 발생된 후의 사후처리에 급급해 온 것이 사실이다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이로인한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손실과 상처가 많을 수 밖에 없었다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r>
                <a:rPr lang="en-US" altLang="ko-KR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    “ 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사회문제란 사실은 지극히 개인적인 것이다</a:t>
              </a:r>
              <a:r>
                <a:rPr lang="en-US" altLang="ko-KR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.”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실제 사회문제란 개인적이며 주관적으로 형성된 문제의 원인이 일정한 잠재기간을 거쳐 사회문제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교내문제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화 되는 것이라 할 수 있다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그러므로 고충처리 상담을 통하여 이러한 원인을 문제화되어가는 과정에서 발견할 수 있게 되므로 문제를 예방할 수 있거나 혹은 더 커지기 전에 작은 상태에서 해결할 수 있게 된다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Ⅲ. </a:t>
            </a:r>
            <a:r>
              <a:rPr lang="ko-KR" altLang="en-US" dirty="0">
                <a:solidFill>
                  <a:schemeClr val="bg1"/>
                </a:solidFill>
              </a:rPr>
              <a:t>고충처리제도의 비활성화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3000"/>
            <a:ext cx="8610600" cy="5181599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고충처리제도의 비활성화 요인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4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arenBoth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고충처리 상담자의 상담능력 및 기술부족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>
                <a:buAutoNum type="arabicParenBoth" startAt="2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상담의 원래 목적인 문제해결의 조력자로서의 역할이 아니라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상담관리자가 직접 문제를 해결해 주려는 목적의 상담방법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>
                <a:buAutoNum type="arabicParenBoth" startAt="2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>
                <a:buAutoNum type="arabicParenBoth" startAt="2"/>
              </a:pP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상담내용의 비밀유지가 안됨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>
                <a:buAutoNum type="arabicParenBoth" startAt="2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>
                <a:buAutoNum type="arabicParenBoth" startAt="2"/>
              </a:pP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내담자들이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느끼는 상담에 대한 불안과 거부감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비밀유지가 되지 않을 뿐 아니라 상담의 내용이 개인폄하로 이어지거나 상담자가 상담과정에서 학원에 대한 부정적 사고를 갖고 있는 훈련생에 관한 정보를 캐거나 집단행동방지에만 관심이 있다는 인상을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주기때문임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</a:p>
            <a:p>
              <a:pPr marL="342900" indent="-342900">
                <a:buAutoNum type="arabicParenBoth" startAt="2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181598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고충의 유형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5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훈련생은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한명의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인간이기에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자신의 욕구와 감정에 의하여 자신의 능력을 이성적으로 사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용하지 못하는 많은 훈련상화에 접하게 되고 이때 현실에 대한 부적응적인 대처방법들이 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곧 문제를 일으키는 주요 원인이 됨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고충의 유형분류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고충이란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? </a:t>
              </a:r>
            </a:p>
            <a:p>
              <a:pPr marL="342900" indent="-342900"/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주로 훈련생이 직업훈련에 임하는 데 저해요소가 되는 </a:t>
              </a:r>
              <a:r>
                <a:rPr lang="ko-KR" altLang="en-US" sz="1600" dirty="0" err="1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여러가지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 문제와 갈등을 뜻함</a:t>
              </a:r>
              <a:r>
                <a:rPr lang="en-US" altLang="ko-KR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solidFill>
                  <a:srgbClr val="FF0000"/>
                </a:solidFill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(1)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유형별 분류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: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개인내적갈등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개인간의 갈등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개인과 조직간의 갈등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(2)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동기별 분류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생리적 안전 욕구수준의 불만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인정의 욕구에 대한 불만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자기실현 욕구에 대한 불만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</a:t>
              </a:r>
            </a:p>
            <a:p>
              <a:pPr marL="342900" indent="-342900">
                <a:buAutoNum type="arabicParenBoth" startAt="2"/>
              </a:pP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181598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유형별 분류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5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(1)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 </a:t>
              </a:r>
              <a:r>
                <a:rPr lang="ko-KR" altLang="en-US" sz="1600" dirty="0" err="1">
                  <a:effectLst/>
                  <a:latin typeface="HY헤드라인M" pitchFamily="18" charset="-127"/>
                  <a:ea typeface="HY헤드라인M" pitchFamily="18" charset="-127"/>
                </a:rPr>
                <a:t>내적갈등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주로 개인이 혼자 겪는 자신만의 사적인 문제로서 자신에 대한 열등감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욕구불만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좌절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불안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긴장감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공포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생의 무의미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우울 등의 문제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이것이 과도하게 되면 불면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두통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소화불량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신경통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관절염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무력증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언어장애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고혈압 등 스트레스성 질환을 동반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훈련과 관련된 고충인 경우와 개인 생활상의 고충으로 양분할 수 있음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훈련관련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훈련스트레스 대처능력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대인관계 기술부족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비합리적 사고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자신에 대한 부정적 자아 개념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개인생활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경제적인 문제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가족과의 갈등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자아실현적 욕구와 불만 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181598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유형별 분류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5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(2)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개인간의 갈등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주로 의사소통 능력의 부족으로 인한 수동 공격적 생활태도와 협의 능력 상실 등으로 문제가 발생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대인관계의 고충과 훈련수행관련 고충으로 구분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대인관계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교우와 교사와의 불화 반목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자기표현 능력의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의사소통 능력 및 이해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자기표현 능력의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의사소통 능력 및 이해부족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의견통합 능력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공의에 대한 신뢰성 부족에서 일어나는 대인관계의 갈등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훈련수행고충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조직원간의 갈등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훈련수행한계로 인한 고충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훈련특성으로 인한 고충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실력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취업과 관련되어 인정받고 싶은 욕구 등으로 인한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181598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유형별 분류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4048" y="4746325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(3)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개인과 조직간의 갈등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개인과 조직간의 기대 및 욕구의 불일치로 인한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-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비전 및 환경과 훈련조건 문제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성적과 시험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취업에 관한 문제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단체협약에 관한 불신문제 등으로 구분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</a:t>
              </a: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훈련조건관련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적응능력의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(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만성적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일상조선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교사의 빈번한 교체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)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나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훈련운영상의 고충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학원의 합리적 운영능력 부족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,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교사의 스트레스 관리능력 부족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다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상호불신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      : 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개인과 학원간의 의사소통 부족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181598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고충의 발견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01581" y="4746324"/>
              <a:ext cx="3785651" cy="1634719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가장 적절하고 신속하며 정확한 방법으로 훈련생의 고충을 찾아내는 것이 고충처리에서</a:t>
              </a:r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의 매우 중요하며 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“</a:t>
              </a:r>
              <a:r>
                <a:rPr lang="ko-KR" altLang="en-US" sz="1600" dirty="0">
                  <a:solidFill>
                    <a:srgbClr val="FF0000"/>
                  </a:solidFill>
                  <a:effectLst/>
                  <a:latin typeface="HY헤드라인M" pitchFamily="18" charset="-127"/>
                  <a:ea typeface="HY헤드라인M" pitchFamily="18" charset="-127"/>
                </a:rPr>
                <a:t>고충의 발견은 곧 고충의 해결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”</a:t>
              </a:r>
              <a:r>
                <a:rPr lang="ko-KR" altLang="en-US" sz="1600" dirty="0">
                  <a:effectLst/>
                  <a:latin typeface="HY헤드라인M" pitchFamily="18" charset="-127"/>
                  <a:ea typeface="HY헤드라인M" pitchFamily="18" charset="-127"/>
                </a:rPr>
                <a:t>이라고 할 수 있음</a:t>
              </a:r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.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r>
                <a:rPr lang="en-US" altLang="ko-KR" sz="1600" dirty="0">
                  <a:effectLst/>
                  <a:latin typeface="HY헤드라인M" pitchFamily="18" charset="-127"/>
                  <a:ea typeface="HY헤드라인M" pitchFamily="18" charset="-127"/>
                </a:rPr>
                <a:t>  </a:t>
              </a: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  <a:p>
              <a:pPr marL="342900" indent="-342900"/>
              <a:endParaRPr lang="en-US" altLang="ko-KR" sz="1600" dirty="0">
                <a:effectLst/>
                <a:latin typeface="HY헤드라인M" pitchFamily="18" charset="-127"/>
                <a:ea typeface="HY헤드라인M" pitchFamily="18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685800" y="2590800"/>
            <a:ext cx="7543800" cy="3276600"/>
            <a:chOff x="661276" y="3676133"/>
            <a:chExt cx="8757745" cy="6021864"/>
          </a:xfrm>
        </p:grpSpPr>
        <p:graphicFrame>
          <p:nvGraphicFramePr>
            <p:cNvPr id="15" name="다이어그램 14"/>
            <p:cNvGraphicFramePr/>
            <p:nvPr/>
          </p:nvGraphicFramePr>
          <p:xfrm>
            <a:off x="661276" y="3676133"/>
            <a:ext cx="8757745" cy="602186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6" name="모서리가 둥근 직사각형 15"/>
            <p:cNvSpPr/>
            <p:nvPr/>
          </p:nvSpPr>
          <p:spPr bwMode="auto">
            <a:xfrm>
              <a:off x="926662" y="3956220"/>
              <a:ext cx="1295400" cy="762001"/>
            </a:xfrm>
            <a:prstGeom prst="roundRect">
              <a:avLst/>
            </a:prstGeom>
            <a:solidFill>
              <a:srgbClr val="002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간담회</a:t>
              </a:r>
              <a:endPara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 bwMode="auto">
            <a:xfrm>
              <a:off x="926662" y="5531707"/>
              <a:ext cx="1295400" cy="762001"/>
            </a:xfrm>
            <a:prstGeom prst="roundRect">
              <a:avLst/>
            </a:prstGeom>
            <a:solidFill>
              <a:srgbClr val="002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흥미유발</a:t>
              </a:r>
            </a:p>
          </p:txBody>
        </p:sp>
        <p:sp>
          <p:nvSpPr>
            <p:cNvPr id="18" name="모서리가 둥근 직사각형 17"/>
            <p:cNvSpPr/>
            <p:nvPr/>
          </p:nvSpPr>
          <p:spPr bwMode="auto">
            <a:xfrm>
              <a:off x="926662" y="7115432"/>
              <a:ext cx="1295400" cy="762001"/>
            </a:xfrm>
            <a:prstGeom prst="roundRect">
              <a:avLst/>
            </a:prstGeom>
            <a:solidFill>
              <a:srgbClr val="002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건의함</a:t>
              </a:r>
            </a:p>
          </p:txBody>
        </p:sp>
        <p:sp>
          <p:nvSpPr>
            <p:cNvPr id="19" name="모서리가 둥근 직사각형 18"/>
            <p:cNvSpPr/>
            <p:nvPr/>
          </p:nvSpPr>
          <p:spPr bwMode="auto">
            <a:xfrm>
              <a:off x="926662" y="8655909"/>
              <a:ext cx="1295400" cy="762001"/>
            </a:xfrm>
            <a:prstGeom prst="roundRect">
              <a:avLst/>
            </a:prstGeom>
            <a:solidFill>
              <a:srgbClr val="00206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200" b="1" i="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헤드라인M" pitchFamily="18" charset="-127"/>
                  <a:ea typeface="HY헤드라인M" pitchFamily="18" charset="-127"/>
                </a:rPr>
                <a:t>직접관촬</a:t>
              </a:r>
              <a:endParaRPr kumimoji="1" lang="en-US" altLang="ko-KR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Ⅳ.</a:t>
            </a:r>
            <a:r>
              <a:rPr lang="ko-KR" altLang="en-US" dirty="0">
                <a:solidFill>
                  <a:schemeClr val="bg1"/>
                </a:solidFill>
              </a:rPr>
              <a:t>고충의 유형과 원인</a:t>
            </a:r>
          </a:p>
        </p:txBody>
      </p:sp>
      <p:grpSp>
        <p:nvGrpSpPr>
          <p:cNvPr id="2" name="그룹 9"/>
          <p:cNvGrpSpPr/>
          <p:nvPr/>
        </p:nvGrpSpPr>
        <p:grpSpPr>
          <a:xfrm>
            <a:off x="304800" y="1142998"/>
            <a:ext cx="8610600" cy="5562602"/>
            <a:chOff x="4932040" y="4581128"/>
            <a:chExt cx="3929090" cy="1872208"/>
          </a:xfrm>
        </p:grpSpPr>
        <p:sp>
          <p:nvSpPr>
            <p:cNvPr id="23" name="모서리가 둥근 직사각형 22"/>
            <p:cNvSpPr/>
            <p:nvPr/>
          </p:nvSpPr>
          <p:spPr>
            <a:xfrm>
              <a:off x="4932040" y="4581128"/>
              <a:ext cx="3929090" cy="1872208"/>
            </a:xfrm>
            <a:prstGeom prst="roundRect">
              <a:avLst>
                <a:gd name="adj" fmla="val 4133"/>
              </a:avLst>
            </a:prstGeom>
            <a:solidFill>
              <a:schemeClr val="bg1"/>
            </a:solidFill>
            <a:ln w="25400">
              <a:solidFill>
                <a:srgbClr val="51A1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헤드라인M" pitchFamily="18" charset="-127"/>
                <a:ea typeface="HY헤드라인M" pitchFamily="18" charset="-127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004048" y="4608661"/>
              <a:ext cx="3785651" cy="122326"/>
            </a:xfrm>
            <a:prstGeom prst="rect">
              <a:avLst/>
            </a:prstGeom>
            <a:solidFill>
              <a:srgbClr val="00206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 latinLnBrk="0">
                <a:defRPr/>
              </a:pPr>
              <a:r>
                <a:rPr lang="ko-KR" altLang="en-US" sz="1600" dirty="0">
                  <a:solidFill>
                    <a:schemeClr val="bg1"/>
                  </a:solidFill>
                  <a:latin typeface="HY헤드라인M" pitchFamily="18" charset="-127"/>
                  <a:ea typeface="HY헤드라인M" pitchFamily="18" charset="-127"/>
                </a:rPr>
                <a:t>고충의 발견의 유형</a:t>
              </a:r>
            </a:p>
          </p:txBody>
        </p:sp>
      </p:grpSp>
      <p:graphicFrame>
        <p:nvGraphicFramePr>
          <p:cNvPr id="20" name="다이어그램 19"/>
          <p:cNvGraphicFramePr/>
          <p:nvPr/>
        </p:nvGraphicFramePr>
        <p:xfrm>
          <a:off x="457200" y="1752600"/>
          <a:ext cx="81534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타원 20"/>
          <p:cNvSpPr/>
          <p:nvPr/>
        </p:nvSpPr>
        <p:spPr bwMode="auto">
          <a:xfrm>
            <a:off x="1676400" y="17526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1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3" name="타원 32"/>
          <p:cNvSpPr/>
          <p:nvPr/>
        </p:nvSpPr>
        <p:spPr bwMode="auto">
          <a:xfrm>
            <a:off x="1676400" y="25908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2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4" name="타원 33"/>
          <p:cNvSpPr/>
          <p:nvPr/>
        </p:nvSpPr>
        <p:spPr bwMode="auto">
          <a:xfrm>
            <a:off x="1676400" y="35052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3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5" name="타원 34"/>
          <p:cNvSpPr/>
          <p:nvPr/>
        </p:nvSpPr>
        <p:spPr bwMode="auto">
          <a:xfrm>
            <a:off x="1676400" y="43434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4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6" name="타원 35"/>
          <p:cNvSpPr/>
          <p:nvPr/>
        </p:nvSpPr>
        <p:spPr bwMode="auto">
          <a:xfrm>
            <a:off x="1676400" y="51816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5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7" name="타원 36"/>
          <p:cNvSpPr/>
          <p:nvPr/>
        </p:nvSpPr>
        <p:spPr bwMode="auto">
          <a:xfrm>
            <a:off x="1676400" y="6019800"/>
            <a:ext cx="609600" cy="609600"/>
          </a:xfrm>
          <a:prstGeom prst="ellipse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6</a:t>
            </a:r>
            <a:endParaRPr kumimoji="1" lang="ko-KR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아래쪽 화살표 26"/>
          <p:cNvSpPr/>
          <p:nvPr/>
        </p:nvSpPr>
        <p:spPr bwMode="auto">
          <a:xfrm>
            <a:off x="609600" y="1524000"/>
            <a:ext cx="8077200" cy="5105400"/>
          </a:xfrm>
          <a:prstGeom prst="downArrow">
            <a:avLst/>
          </a:prstGeom>
          <a:solidFill>
            <a:srgbClr val="0070C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Ⅴ. </a:t>
            </a:r>
            <a:r>
              <a:rPr lang="ko-KR" altLang="en-US" dirty="0">
                <a:solidFill>
                  <a:schemeClr val="bg1"/>
                </a:solidFill>
              </a:rPr>
              <a:t>추진전략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304800" y="4495800"/>
            <a:ext cx="8473667" cy="1944216"/>
            <a:chOff x="251520" y="4581128"/>
            <a:chExt cx="8473667" cy="1944216"/>
          </a:xfrm>
        </p:grpSpPr>
        <p:grpSp>
          <p:nvGrpSpPr>
            <p:cNvPr id="13" name="그룹 21"/>
            <p:cNvGrpSpPr/>
            <p:nvPr/>
          </p:nvGrpSpPr>
          <p:grpSpPr>
            <a:xfrm>
              <a:off x="251520" y="4581128"/>
              <a:ext cx="8458200" cy="1944216"/>
              <a:chOff x="326722" y="621915"/>
              <a:chExt cx="8458200" cy="2029544"/>
            </a:xfrm>
          </p:grpSpPr>
          <p:sp>
            <p:nvSpPr>
              <p:cNvPr id="15" name="자유형 14"/>
              <p:cNvSpPr/>
              <p:nvPr/>
            </p:nvSpPr>
            <p:spPr>
              <a:xfrm>
                <a:off x="326722" y="621915"/>
                <a:ext cx="1920939" cy="489600"/>
              </a:xfrm>
              <a:custGeom>
                <a:avLst/>
                <a:gdLst>
                  <a:gd name="connsiteX0" fmla="*/ 0 w 1920939"/>
                  <a:gd name="connsiteY0" fmla="*/ 0 h 489600"/>
                  <a:gd name="connsiteX1" fmla="*/ 1920939 w 1920939"/>
                  <a:gd name="connsiteY1" fmla="*/ 0 h 489600"/>
                  <a:gd name="connsiteX2" fmla="*/ 1920939 w 1920939"/>
                  <a:gd name="connsiteY2" fmla="*/ 489600 h 489600"/>
                  <a:gd name="connsiteX3" fmla="*/ 0 w 1920939"/>
                  <a:gd name="connsiteY3" fmla="*/ 489600 h 489600"/>
                  <a:gd name="connsiteX4" fmla="*/ 0 w 1920939"/>
                  <a:gd name="connsiteY4" fmla="*/ 0 h 48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489600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489600"/>
                    </a:lnTo>
                    <a:lnTo>
                      <a:pt x="0" y="489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effectLst/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0904" tIns="69088" rIns="120904" bIns="69088" numCol="1" spcCol="1270" anchor="ctr" anchorCtr="0">
                <a:noAutofit/>
              </a:bodyPr>
              <a:lstStyle/>
              <a:p>
                <a:pPr lvl="0" algn="ctr" defTabSz="7556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sz="1500" kern="120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견고딕" pitchFamily="18" charset="-127"/>
                    <a:ea typeface="HY견고딕" pitchFamily="18" charset="-127"/>
                  </a:rPr>
                  <a:t>적극적인 </a:t>
                </a:r>
                <a:r>
                  <a:rPr lang="ko-KR" altLang="en-US" sz="15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견고딕" pitchFamily="18" charset="-127"/>
                    <a:ea typeface="HY견고딕" pitchFamily="18" charset="-127"/>
                  </a:rPr>
                  <a:t>고충발견</a:t>
                </a:r>
              </a:p>
            </p:txBody>
          </p:sp>
          <p:sp>
            <p:nvSpPr>
              <p:cNvPr id="16" name="자유형 15"/>
              <p:cNvSpPr/>
              <p:nvPr/>
            </p:nvSpPr>
            <p:spPr>
              <a:xfrm>
                <a:off x="326722" y="1111515"/>
                <a:ext cx="1920939" cy="1539944"/>
              </a:xfrm>
              <a:custGeom>
                <a:avLst/>
                <a:gdLst>
                  <a:gd name="connsiteX0" fmla="*/ 0 w 1920939"/>
                  <a:gd name="connsiteY0" fmla="*/ 0 h 1539944"/>
                  <a:gd name="connsiteX1" fmla="*/ 1920939 w 1920939"/>
                  <a:gd name="connsiteY1" fmla="*/ 0 h 1539944"/>
                  <a:gd name="connsiteX2" fmla="*/ 1920939 w 1920939"/>
                  <a:gd name="connsiteY2" fmla="*/ 1539944 h 1539944"/>
                  <a:gd name="connsiteX3" fmla="*/ 0 w 1920939"/>
                  <a:gd name="connsiteY3" fmla="*/ 1539944 h 1539944"/>
                  <a:gd name="connsiteX4" fmla="*/ 0 w 1920939"/>
                  <a:gd name="connsiteY4" fmla="*/ 0 h 153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1539944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1539944"/>
                    </a:lnTo>
                    <a:lnTo>
                      <a:pt x="0" y="1539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2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4008" tIns="64008" rIns="85344" bIns="96012" numCol="1" spcCol="1270" anchor="t" anchorCtr="0">
                <a:noAutofit/>
              </a:bodyPr>
              <a:lstStyle/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소극적으로 훈련생의 고충을 기다리지 않고</a:t>
                </a: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,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상담자가 직접 찾아 나선다</a:t>
                </a: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.</a:t>
                </a: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관리자가 고충을 적극적으로 찾아내는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행동</a:t>
                </a: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,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자체가 고충해결의 실마리</a:t>
                </a:r>
                <a:endParaRPr lang="ko-KR" altLang="en-US" sz="1200" kern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</p:txBody>
          </p:sp>
          <p:sp>
            <p:nvSpPr>
              <p:cNvPr id="17" name="자유형 16"/>
              <p:cNvSpPr/>
              <p:nvPr/>
            </p:nvSpPr>
            <p:spPr>
              <a:xfrm>
                <a:off x="2516594" y="621915"/>
                <a:ext cx="1920939" cy="489600"/>
              </a:xfrm>
              <a:custGeom>
                <a:avLst/>
                <a:gdLst>
                  <a:gd name="connsiteX0" fmla="*/ 0 w 1920939"/>
                  <a:gd name="connsiteY0" fmla="*/ 0 h 489600"/>
                  <a:gd name="connsiteX1" fmla="*/ 1920939 w 1920939"/>
                  <a:gd name="connsiteY1" fmla="*/ 0 h 489600"/>
                  <a:gd name="connsiteX2" fmla="*/ 1920939 w 1920939"/>
                  <a:gd name="connsiteY2" fmla="*/ 489600 h 489600"/>
                  <a:gd name="connsiteX3" fmla="*/ 0 w 1920939"/>
                  <a:gd name="connsiteY3" fmla="*/ 489600 h 489600"/>
                  <a:gd name="connsiteX4" fmla="*/ 0 w 1920939"/>
                  <a:gd name="connsiteY4" fmla="*/ 0 h 48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489600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489600"/>
                    </a:lnTo>
                    <a:lnTo>
                      <a:pt x="0" y="489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effectLst/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0904" tIns="69088" rIns="120904" bIns="69088" numCol="1" spcCol="1270" anchor="ctr" anchorCtr="0">
                <a:noAutofit/>
              </a:bodyPr>
              <a:lstStyle/>
              <a:p>
                <a:pPr lvl="0" algn="ctr" defTabSz="7556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sz="15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견고딕" pitchFamily="18" charset="-127"/>
                    <a:ea typeface="HY견고딕" pitchFamily="18" charset="-127"/>
                  </a:rPr>
                  <a:t>수평적 분위기 조성</a:t>
                </a:r>
              </a:p>
            </p:txBody>
          </p:sp>
          <p:sp>
            <p:nvSpPr>
              <p:cNvPr id="18" name="자유형 17"/>
              <p:cNvSpPr/>
              <p:nvPr/>
            </p:nvSpPr>
            <p:spPr>
              <a:xfrm>
                <a:off x="2516594" y="1111515"/>
                <a:ext cx="1920939" cy="1539944"/>
              </a:xfrm>
              <a:custGeom>
                <a:avLst/>
                <a:gdLst>
                  <a:gd name="connsiteX0" fmla="*/ 0 w 1920939"/>
                  <a:gd name="connsiteY0" fmla="*/ 0 h 1539944"/>
                  <a:gd name="connsiteX1" fmla="*/ 1920939 w 1920939"/>
                  <a:gd name="connsiteY1" fmla="*/ 0 h 1539944"/>
                  <a:gd name="connsiteX2" fmla="*/ 1920939 w 1920939"/>
                  <a:gd name="connsiteY2" fmla="*/ 1539944 h 1539944"/>
                  <a:gd name="connsiteX3" fmla="*/ 0 w 1920939"/>
                  <a:gd name="connsiteY3" fmla="*/ 1539944 h 1539944"/>
                  <a:gd name="connsiteX4" fmla="*/ 0 w 1920939"/>
                  <a:gd name="connsiteY4" fmla="*/ 0 h 153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1539944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1539944"/>
                    </a:lnTo>
                    <a:lnTo>
                      <a:pt x="0" y="1539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2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4008" tIns="64008" rIns="85344" bIns="96012" numCol="1" spcCol="1270" anchor="t" anchorCtr="0">
                <a:noAutofit/>
              </a:bodyPr>
              <a:lstStyle/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Font typeface="Arial" pitchFamily="34" charset="0"/>
                  <a:buChar char="•"/>
                </a:pPr>
                <a:r>
                  <a:rPr lang="ko-KR" altLang="en-US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고충은 잠재적 내재적 성격이 강하므로 허물없는 분위기 연출과 조성으로 고충을 찾아낸다</a:t>
                </a:r>
                <a:r>
                  <a:rPr lang="en-US" altLang="ko-KR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.</a:t>
                </a: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Font typeface="Arial" pitchFamily="34" charset="0"/>
                  <a:buChar char="•"/>
                </a:pP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대면기피</a:t>
                </a: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,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주위의식</a:t>
                </a: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,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냉소적이며 소극적인 훈련생 직접관찰</a:t>
                </a:r>
                <a:endParaRPr lang="ko-KR" altLang="en-US" sz="1200" kern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</p:txBody>
          </p:sp>
          <p:sp>
            <p:nvSpPr>
              <p:cNvPr id="19" name="자유형 18"/>
              <p:cNvSpPr/>
              <p:nvPr/>
            </p:nvSpPr>
            <p:spPr>
              <a:xfrm>
                <a:off x="4706465" y="621915"/>
                <a:ext cx="1920939" cy="489600"/>
              </a:xfrm>
              <a:custGeom>
                <a:avLst/>
                <a:gdLst>
                  <a:gd name="connsiteX0" fmla="*/ 0 w 1920939"/>
                  <a:gd name="connsiteY0" fmla="*/ 0 h 489600"/>
                  <a:gd name="connsiteX1" fmla="*/ 1920939 w 1920939"/>
                  <a:gd name="connsiteY1" fmla="*/ 0 h 489600"/>
                  <a:gd name="connsiteX2" fmla="*/ 1920939 w 1920939"/>
                  <a:gd name="connsiteY2" fmla="*/ 489600 h 489600"/>
                  <a:gd name="connsiteX3" fmla="*/ 0 w 1920939"/>
                  <a:gd name="connsiteY3" fmla="*/ 489600 h 489600"/>
                  <a:gd name="connsiteX4" fmla="*/ 0 w 1920939"/>
                  <a:gd name="connsiteY4" fmla="*/ 0 h 48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489600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489600"/>
                    </a:lnTo>
                    <a:lnTo>
                      <a:pt x="0" y="489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effectLst/>
            </p:spPr>
            <p:style>
              <a:lnRef idx="1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3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20904" tIns="69088" rIns="120904" bIns="69088" numCol="1" spcCol="1270" anchor="ctr" anchorCtr="0">
                <a:noAutofit/>
              </a:bodyPr>
              <a:lstStyle/>
              <a:p>
                <a:pPr lvl="0" algn="ctr" defTabSz="755650" latinLnBrk="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ko-KR" altLang="en-US" sz="1500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Y견고딕" pitchFamily="18" charset="-127"/>
                    <a:ea typeface="HY견고딕" pitchFamily="18" charset="-127"/>
                  </a:rPr>
                  <a:t>상호협력 능력회복</a:t>
                </a:r>
              </a:p>
            </p:txBody>
          </p:sp>
          <p:sp>
            <p:nvSpPr>
              <p:cNvPr id="20" name="자유형 19"/>
              <p:cNvSpPr/>
              <p:nvPr/>
            </p:nvSpPr>
            <p:spPr>
              <a:xfrm>
                <a:off x="4706465" y="1111515"/>
                <a:ext cx="1920939" cy="1539944"/>
              </a:xfrm>
              <a:custGeom>
                <a:avLst/>
                <a:gdLst>
                  <a:gd name="connsiteX0" fmla="*/ 0 w 1920939"/>
                  <a:gd name="connsiteY0" fmla="*/ 0 h 1539944"/>
                  <a:gd name="connsiteX1" fmla="*/ 1920939 w 1920939"/>
                  <a:gd name="connsiteY1" fmla="*/ 0 h 1539944"/>
                  <a:gd name="connsiteX2" fmla="*/ 1920939 w 1920939"/>
                  <a:gd name="connsiteY2" fmla="*/ 1539944 h 1539944"/>
                  <a:gd name="connsiteX3" fmla="*/ 0 w 1920939"/>
                  <a:gd name="connsiteY3" fmla="*/ 1539944 h 1539944"/>
                  <a:gd name="connsiteX4" fmla="*/ 0 w 1920939"/>
                  <a:gd name="connsiteY4" fmla="*/ 0 h 153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1539944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1539944"/>
                    </a:lnTo>
                    <a:lnTo>
                      <a:pt x="0" y="1539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2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4008" tIns="64008" rIns="85344" bIns="96012" numCol="1" spcCol="1270" anchor="t" anchorCtr="0">
                <a:noAutofit/>
              </a:bodyPr>
              <a:lstStyle/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학원과 훈련생간에 서로 역지사지의 이해를 </a:t>
                </a:r>
                <a:r>
                  <a:rPr lang="ko-KR" altLang="en-US" sz="1200" dirty="0" err="1">
                    <a:effectLst/>
                    <a:latin typeface="HY헤드라인M" pitchFamily="18" charset="-127"/>
                    <a:ea typeface="HY헤드라인M" pitchFamily="18" charset="-127"/>
                  </a:rPr>
                  <a:t>갖게하며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 신뢰관계의 회복과 직업훈련의 활성화를 위한 상호협력의 자조능력을 회복</a:t>
                </a: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</p:txBody>
          </p:sp>
          <p:sp>
            <p:nvSpPr>
              <p:cNvPr id="21" name="자유형 20"/>
              <p:cNvSpPr/>
              <p:nvPr/>
            </p:nvSpPr>
            <p:spPr>
              <a:xfrm>
                <a:off x="6896337" y="1111515"/>
                <a:ext cx="1888585" cy="1539944"/>
              </a:xfrm>
              <a:custGeom>
                <a:avLst/>
                <a:gdLst>
                  <a:gd name="connsiteX0" fmla="*/ 0 w 1920939"/>
                  <a:gd name="connsiteY0" fmla="*/ 0 h 1539944"/>
                  <a:gd name="connsiteX1" fmla="*/ 1920939 w 1920939"/>
                  <a:gd name="connsiteY1" fmla="*/ 0 h 1539944"/>
                  <a:gd name="connsiteX2" fmla="*/ 1920939 w 1920939"/>
                  <a:gd name="connsiteY2" fmla="*/ 1539944 h 1539944"/>
                  <a:gd name="connsiteX3" fmla="*/ 0 w 1920939"/>
                  <a:gd name="connsiteY3" fmla="*/ 1539944 h 1539944"/>
                  <a:gd name="connsiteX4" fmla="*/ 0 w 1920939"/>
                  <a:gd name="connsiteY4" fmla="*/ 0 h 1539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0939" h="1539944">
                    <a:moveTo>
                      <a:pt x="0" y="0"/>
                    </a:moveTo>
                    <a:lnTo>
                      <a:pt x="1920939" y="0"/>
                    </a:lnTo>
                    <a:lnTo>
                      <a:pt x="1920939" y="1539944"/>
                    </a:lnTo>
                    <a:lnTo>
                      <a:pt x="0" y="1539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>
                  <a:alpha val="90000"/>
                  <a:tint val="4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2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64008" tIns="64008" rIns="85344" bIns="96012" numCol="1" spcCol="1270" anchor="t" anchorCtr="0">
                <a:noAutofit/>
              </a:bodyPr>
              <a:lstStyle/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훈련기관 내 건의함</a:t>
                </a:r>
                <a:r>
                  <a:rPr lang="en-US" altLang="ko-KR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, </a:t>
                </a: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연 </a:t>
                </a:r>
                <a:r>
                  <a:rPr lang="en-US" altLang="ko-KR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1~2</a:t>
                </a:r>
                <a:r>
                  <a:rPr lang="ko-KR" altLang="en-US" sz="1200" kern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회 간담회 개최</a:t>
                </a:r>
                <a:endParaRPr lang="en-US" altLang="ko-KR" sz="1200" kern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훈련생과 교사와의 </a:t>
                </a: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altLang="ko-KR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  </a:t>
                </a: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회식 및 동아리 지원</a:t>
                </a: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defTabSz="533400">
                  <a:spcAft>
                    <a:spcPct val="15000"/>
                  </a:spcAft>
                </a:pPr>
                <a:r>
                  <a:rPr lang="ko-KR" altLang="en-US" sz="1200" dirty="0">
                    <a:effectLst/>
                    <a:latin typeface="HY헤드라인M" pitchFamily="18" charset="-127"/>
                    <a:ea typeface="HY헤드라인M" pitchFamily="18" charset="-127"/>
                  </a:rPr>
                  <a:t> </a:t>
                </a: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</a:pP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</a:pPr>
                <a:endParaRPr lang="en-US" altLang="ko-KR" sz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  <a:p>
                <a:pPr marL="114300" lvl="1" indent="-114300" algn="l" defTabSz="533400" latinLnBrk="1"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endParaRPr lang="ko-KR" altLang="en-US" sz="1200" kern="1200" dirty="0">
                  <a:effectLst/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sp>
          <p:nvSpPr>
            <p:cNvPr id="14" name="자유형 13"/>
            <p:cNvSpPr/>
            <p:nvPr/>
          </p:nvSpPr>
          <p:spPr>
            <a:xfrm>
              <a:off x="6804248" y="4581128"/>
              <a:ext cx="1920939" cy="469016"/>
            </a:xfrm>
            <a:custGeom>
              <a:avLst/>
              <a:gdLst>
                <a:gd name="connsiteX0" fmla="*/ 0 w 1920939"/>
                <a:gd name="connsiteY0" fmla="*/ 0 h 489600"/>
                <a:gd name="connsiteX1" fmla="*/ 1920939 w 1920939"/>
                <a:gd name="connsiteY1" fmla="*/ 0 h 489600"/>
                <a:gd name="connsiteX2" fmla="*/ 1920939 w 1920939"/>
                <a:gd name="connsiteY2" fmla="*/ 489600 h 489600"/>
                <a:gd name="connsiteX3" fmla="*/ 0 w 1920939"/>
                <a:gd name="connsiteY3" fmla="*/ 489600 h 489600"/>
                <a:gd name="connsiteX4" fmla="*/ 0 w 1920939"/>
                <a:gd name="connsiteY4" fmla="*/ 0 h 48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20939" h="489600">
                  <a:moveTo>
                    <a:pt x="0" y="0"/>
                  </a:moveTo>
                  <a:lnTo>
                    <a:pt x="1920939" y="0"/>
                  </a:lnTo>
                  <a:lnTo>
                    <a:pt x="1920939" y="489600"/>
                  </a:lnTo>
                  <a:lnTo>
                    <a:pt x="0" y="48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effectLst/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0904" tIns="69088" rIns="120904" bIns="69088" numCol="1" spcCol="1270" anchor="ctr" anchorCtr="0">
              <a:noAutofit/>
            </a:bodyPr>
            <a:lstStyle/>
            <a:p>
              <a:pPr lvl="0" algn="ctr" defTabSz="7556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500" kern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itchFamily="18" charset="-127"/>
                  <a:ea typeface="HY견고딕" pitchFamily="18" charset="-127"/>
                </a:rPr>
                <a:t>다양한 고충통로</a:t>
              </a:r>
            </a:p>
          </p:txBody>
        </p:sp>
      </p:grpSp>
      <p:sp>
        <p:nvSpPr>
          <p:cNvPr id="22" name="직사각형 21"/>
          <p:cNvSpPr/>
          <p:nvPr/>
        </p:nvSpPr>
        <p:spPr>
          <a:xfrm>
            <a:off x="1295400" y="2514600"/>
            <a:ext cx="6553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200" b="1" dirty="0">
                <a:solidFill>
                  <a:srgbClr val="C0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원활한 훈련운영</a:t>
            </a:r>
            <a:endParaRPr lang="en-US" altLang="ko-KR" sz="2200" b="1" dirty="0">
              <a:solidFill>
                <a:srgbClr val="C0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2200" b="1" dirty="0">
                <a:solidFill>
                  <a:srgbClr val="C0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훈련생 중도탈락방지 효과</a:t>
            </a:r>
            <a:endParaRPr lang="en-US" altLang="ko-KR" sz="2200" b="1" dirty="0">
              <a:solidFill>
                <a:srgbClr val="C00000"/>
              </a:solidFill>
              <a:effectLst/>
              <a:latin typeface="HY헤드라인M" pitchFamily="18" charset="-127"/>
              <a:ea typeface="HY헤드라인M" pitchFamily="18" charset="-127"/>
            </a:endParaRPr>
          </a:p>
          <a:p>
            <a:pPr algn="ctr"/>
            <a:r>
              <a:rPr lang="ko-KR" altLang="en-US" sz="2200" b="1" dirty="0">
                <a:solidFill>
                  <a:srgbClr val="C00000"/>
                </a:solidFill>
                <a:effectLst/>
                <a:latin typeface="HY헤드라인M" pitchFamily="18" charset="-127"/>
                <a:ea typeface="HY헤드라인M" pitchFamily="18" charset="-127"/>
              </a:rPr>
              <a:t>훈련기관 이미지 제고 </a:t>
            </a:r>
          </a:p>
        </p:txBody>
      </p:sp>
      <p:sp>
        <p:nvSpPr>
          <p:cNvPr id="26" name="모서리가 둥근 직사각형 25"/>
          <p:cNvSpPr/>
          <p:nvPr/>
        </p:nvSpPr>
        <p:spPr>
          <a:xfrm>
            <a:off x="2438400" y="1295400"/>
            <a:ext cx="4343400" cy="7620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훈련의욕향상 </a:t>
            </a:r>
            <a:r>
              <a:rPr lang="en-US" altLang="ko-KR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&amp; </a:t>
            </a:r>
            <a:r>
              <a:rPr lang="ko-KR" altLang="en-US" sz="2000" b="1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직업훈련실적상승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0" y="590550"/>
            <a:ext cx="8229600" cy="400050"/>
          </a:xfrm>
        </p:spPr>
        <p:txBody>
          <a:bodyPr>
            <a:normAutofit fontScale="90000"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Ⅴ. </a:t>
            </a:r>
            <a:r>
              <a:rPr lang="ko-KR" altLang="en-US" dirty="0">
                <a:solidFill>
                  <a:schemeClr val="bg1"/>
                </a:solidFill>
              </a:rPr>
              <a:t>추진전략</a:t>
            </a:r>
          </a:p>
        </p:txBody>
      </p:sp>
      <p:graphicFrame>
        <p:nvGraphicFramePr>
          <p:cNvPr id="25" name="다이어그램 24"/>
          <p:cNvGraphicFramePr/>
          <p:nvPr/>
        </p:nvGraphicFramePr>
        <p:xfrm>
          <a:off x="457200" y="1371600"/>
          <a:ext cx="8305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8" name="모서리가 둥근 직사각형 27"/>
          <p:cNvSpPr/>
          <p:nvPr/>
        </p:nvSpPr>
        <p:spPr bwMode="auto">
          <a:xfrm>
            <a:off x="457200" y="5943600"/>
            <a:ext cx="8305800" cy="762000"/>
          </a:xfrm>
          <a:prstGeom prst="roundRect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협력적</a:t>
            </a:r>
            <a:r>
              <a:rPr kumimoji="1" lang="en-US" altLang="ko-K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, </a:t>
            </a:r>
            <a:r>
              <a: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자조적 문제해결로 신뢰관계를 형성하여</a:t>
            </a:r>
            <a:r>
              <a:rPr lang="en-US" altLang="ko-KR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</a:t>
            </a:r>
          </a:p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err="1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훈려의욕</a:t>
            </a:r>
            <a:r>
              <a:rPr lang="ko-KR" altLang="en-US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향상과 훈련질적 향상제고</a:t>
            </a:r>
            <a:r>
              <a:rPr kumimoji="1" lang="ko-KR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 pitchFamily="18" charset="-127"/>
                <a:ea typeface="HY헤드라인M" pitchFamily="18" charset="-127"/>
              </a:rPr>
              <a:t> </a:t>
            </a:r>
            <a:endParaRPr kumimoji="1" lang="en-US" altLang="ko-K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  <a:p>
            <a:pPr marL="0" marR="0" indent="0" algn="ctr" defTabSz="914400" rtl="0" eaLnBrk="1" fontAlgn="base" latin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복합">
  <a:themeElements>
    <a:clrScheme name="복합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복합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복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5725</TotalTime>
  <Words>1506</Words>
  <Application>Microsoft Office PowerPoint</Application>
  <PresentationFormat>화면 슬라이드 쇼(4:3)</PresentationFormat>
  <Paragraphs>235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HY견고딕</vt:lpstr>
      <vt:lpstr>HY헤드라인M</vt:lpstr>
      <vt:lpstr>굴림</vt:lpstr>
      <vt:lpstr>맑은 고딕</vt:lpstr>
      <vt:lpstr>함초롬바탕</vt:lpstr>
      <vt:lpstr>Arial</vt:lpstr>
      <vt:lpstr>Calibri</vt:lpstr>
      <vt:lpstr>Wingdings</vt:lpstr>
      <vt:lpstr>복합</vt:lpstr>
      <vt:lpstr>PowerPoint 프레젠테이션</vt:lpstr>
      <vt:lpstr>PowerPoint 프레젠테이션</vt:lpstr>
      <vt:lpstr>Ⅰ. 고충처리의 정의</vt:lpstr>
      <vt:lpstr>Ⅱ. 고충처리제도의 의의</vt:lpstr>
      <vt:lpstr>Ⅱ. 고충처리제도의 의의</vt:lpstr>
      <vt:lpstr>Ⅲ. 고충처리제도의 비활성화 원인</vt:lpstr>
      <vt:lpstr>Ⅳ.고충의 유형과 원인</vt:lpstr>
      <vt:lpstr>Ⅳ.고충의 유형과 원인</vt:lpstr>
      <vt:lpstr>Ⅳ.고충의 유형과 원인</vt:lpstr>
      <vt:lpstr>Ⅳ.고충의 유형과 원인</vt:lpstr>
      <vt:lpstr>Ⅳ.고충의 유형과 원인</vt:lpstr>
      <vt:lpstr>Ⅳ.고충의 유형과 원인</vt:lpstr>
      <vt:lpstr>Ⅴ. 추진전략</vt:lpstr>
      <vt:lpstr>Ⅴ. 추진전략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황수하</dc:creator>
  <cp:lastModifiedBy>애본 이</cp:lastModifiedBy>
  <cp:revision>248</cp:revision>
  <cp:lastPrinted>2019-04-11T07:27:08Z</cp:lastPrinted>
  <dcterms:created xsi:type="dcterms:W3CDTF">1601-01-01T00:00:00Z</dcterms:created>
  <dcterms:modified xsi:type="dcterms:W3CDTF">2023-08-06T20:48:22Z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